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14"/>
  </p:notesMasterIdLst>
  <p:handoutMasterIdLst>
    <p:handoutMasterId r:id="rId15"/>
  </p:handoutMasterIdLst>
  <p:sldIdLst>
    <p:sldId id="431" r:id="rId2"/>
    <p:sldId id="286" r:id="rId3"/>
    <p:sldId id="450" r:id="rId4"/>
    <p:sldId id="459" r:id="rId5"/>
    <p:sldId id="460" r:id="rId6"/>
    <p:sldId id="461" r:id="rId7"/>
    <p:sldId id="462" r:id="rId8"/>
    <p:sldId id="463" r:id="rId9"/>
    <p:sldId id="467" r:id="rId10"/>
    <p:sldId id="464" r:id="rId11"/>
    <p:sldId id="465" r:id="rId12"/>
    <p:sldId id="466" r:id="rId13"/>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99"/>
    <a:srgbClr val="CDFE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662" autoAdjust="0"/>
  </p:normalViewPr>
  <p:slideViewPr>
    <p:cSldViewPr>
      <p:cViewPr>
        <p:scale>
          <a:sx n="80" d="100"/>
          <a:sy n="80" d="100"/>
        </p:scale>
        <p:origin x="917" y="48"/>
      </p:cViewPr>
      <p:guideLst>
        <p:guide orient="horz" pos="2160"/>
        <p:guide pos="2880"/>
      </p:guideLst>
    </p:cSldViewPr>
  </p:slideViewPr>
  <p:notesTextViewPr>
    <p:cViewPr>
      <p:scale>
        <a:sx n="100" d="100"/>
        <a:sy n="100" d="100"/>
      </p:scale>
      <p:origin x="0" y="0"/>
    </p:cViewPr>
  </p:notesTextViewPr>
  <p:notesViewPr>
    <p:cSldViewPr>
      <p:cViewPr varScale="1">
        <p:scale>
          <a:sx n="124" d="100"/>
          <a:sy n="124" d="100"/>
        </p:scale>
        <p:origin x="4960" y="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20C350-CA80-4F70-9C48-6B4569EB41A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B55B43D-4282-40F4-8ACB-F9B87D3C53B8}">
      <dgm:prSet/>
      <dgm:spPr/>
      <dgm:t>
        <a:bodyPr/>
        <a:lstStyle/>
        <a:p>
          <a:r>
            <a:rPr lang="es-ES" b="1" dirty="0">
              <a:solidFill>
                <a:schemeClr val="tx1"/>
              </a:solidFill>
            </a:rPr>
            <a:t>PROCESO DE NORMALIZACIÓN</a:t>
          </a:r>
          <a:endParaRPr lang="en-US" dirty="0">
            <a:solidFill>
              <a:schemeClr val="tx1"/>
            </a:solidFill>
          </a:endParaRPr>
        </a:p>
      </dgm:t>
    </dgm:pt>
    <dgm:pt modelId="{CC898E9D-A05E-47F1-8FC5-0A7E1CF680F1}" type="parTrans" cxnId="{5D0D976A-2477-48F8-A03C-417670A5BE7F}">
      <dgm:prSet/>
      <dgm:spPr/>
      <dgm:t>
        <a:bodyPr/>
        <a:lstStyle/>
        <a:p>
          <a:endParaRPr lang="en-US">
            <a:solidFill>
              <a:schemeClr val="tx1"/>
            </a:solidFill>
          </a:endParaRPr>
        </a:p>
      </dgm:t>
    </dgm:pt>
    <dgm:pt modelId="{0485F42B-61FD-49AB-ACE0-ED4C049C3B1E}" type="sibTrans" cxnId="{5D0D976A-2477-48F8-A03C-417670A5BE7F}">
      <dgm:prSet/>
      <dgm:spPr/>
      <dgm:t>
        <a:bodyPr/>
        <a:lstStyle/>
        <a:p>
          <a:endParaRPr lang="en-US">
            <a:solidFill>
              <a:schemeClr val="tx1"/>
            </a:solidFill>
          </a:endParaRPr>
        </a:p>
      </dgm:t>
    </dgm:pt>
    <dgm:pt modelId="{839DD8D4-7C18-4393-8087-792A79F3C41E}">
      <dgm:prSet custT="1"/>
      <dgm:spPr/>
      <dgm:t>
        <a:bodyPr/>
        <a:lstStyle/>
        <a:p>
          <a:pPr algn="just"/>
          <a:r>
            <a:rPr lang="en-US" sz="2400" b="0" dirty="0">
              <a:solidFill>
                <a:schemeClr val="tx1"/>
              </a:solidFill>
              <a:effectLst/>
            </a:rPr>
            <a:t>OBJETIVO: </a:t>
          </a:r>
          <a:r>
            <a:rPr lang="en-US" sz="2400" b="0" dirty="0" err="1">
              <a:solidFill>
                <a:schemeClr val="tx1"/>
              </a:solidFill>
              <a:effectLst/>
            </a:rPr>
            <a:t>evitar</a:t>
          </a:r>
          <a:r>
            <a:rPr lang="en-US" sz="2400" b="0" dirty="0">
              <a:solidFill>
                <a:schemeClr val="tx1"/>
              </a:solidFill>
              <a:effectLst/>
            </a:rPr>
            <a:t> </a:t>
          </a:r>
          <a:r>
            <a:rPr lang="en-US" sz="2400" b="0" dirty="0" err="1">
              <a:solidFill>
                <a:schemeClr val="tx1"/>
              </a:solidFill>
              <a:effectLst/>
            </a:rPr>
            <a:t>redundancias</a:t>
          </a:r>
          <a:r>
            <a:rPr lang="en-US" sz="2400" b="0" dirty="0">
              <a:solidFill>
                <a:schemeClr val="tx1"/>
              </a:solidFill>
              <a:effectLst/>
            </a:rPr>
            <a:t> y </a:t>
          </a:r>
          <a:r>
            <a:rPr lang="en-US" sz="2400" b="0" dirty="0" err="1">
              <a:solidFill>
                <a:schemeClr val="tx1"/>
              </a:solidFill>
              <a:effectLst/>
            </a:rPr>
            <a:t>mantener</a:t>
          </a:r>
          <a:r>
            <a:rPr lang="en-US" sz="2400" b="0" dirty="0">
              <a:solidFill>
                <a:schemeClr val="tx1"/>
              </a:solidFill>
              <a:effectLst/>
            </a:rPr>
            <a:t> la </a:t>
          </a:r>
          <a:r>
            <a:rPr lang="en-US" sz="2400" b="0" dirty="0" err="1">
              <a:solidFill>
                <a:schemeClr val="tx1"/>
              </a:solidFill>
              <a:effectLst/>
            </a:rPr>
            <a:t>congruencia</a:t>
          </a:r>
          <a:r>
            <a:rPr lang="en-US" sz="2400" b="0" dirty="0">
              <a:solidFill>
                <a:schemeClr val="tx1"/>
              </a:solidFill>
              <a:effectLst/>
            </a:rPr>
            <a:t> de los </a:t>
          </a:r>
          <a:r>
            <a:rPr lang="en-US" sz="2400" b="0" dirty="0" err="1">
              <a:solidFill>
                <a:schemeClr val="tx1"/>
              </a:solidFill>
              <a:effectLst/>
            </a:rPr>
            <a:t>datos</a:t>
          </a:r>
          <a:r>
            <a:rPr lang="en-US" sz="2400" b="0" dirty="0">
              <a:solidFill>
                <a:schemeClr val="tx1"/>
              </a:solidFill>
              <a:effectLst/>
            </a:rPr>
            <a:t> </a:t>
          </a:r>
          <a:r>
            <a:rPr lang="en-US" sz="2400" b="0" dirty="0" err="1">
              <a:solidFill>
                <a:schemeClr val="tx1"/>
              </a:solidFill>
              <a:effectLst/>
            </a:rPr>
            <a:t>en</a:t>
          </a:r>
          <a:r>
            <a:rPr lang="en-US" sz="2400" b="0" dirty="0">
              <a:solidFill>
                <a:schemeClr val="tx1"/>
              </a:solidFill>
              <a:effectLst/>
            </a:rPr>
            <a:t> </a:t>
          </a:r>
          <a:r>
            <a:rPr lang="en-US" sz="2400" b="0" dirty="0" err="1">
              <a:solidFill>
                <a:schemeClr val="tx1"/>
              </a:solidFill>
              <a:effectLst/>
            </a:rPr>
            <a:t>nuestro</a:t>
          </a:r>
          <a:r>
            <a:rPr lang="en-US" sz="2400" b="0" dirty="0">
              <a:solidFill>
                <a:schemeClr val="tx1"/>
              </a:solidFill>
              <a:effectLst/>
            </a:rPr>
            <a:t> SGBD.</a:t>
          </a:r>
        </a:p>
      </dgm:t>
    </dgm:pt>
    <dgm:pt modelId="{59D8DEFF-DE9F-4EC1-8187-4392DD1EC501}" type="parTrans" cxnId="{98F414C2-6C03-4FFF-B9B8-0531573E5CF4}">
      <dgm:prSet/>
      <dgm:spPr/>
      <dgm:t>
        <a:bodyPr/>
        <a:lstStyle/>
        <a:p>
          <a:endParaRPr lang="es-ES">
            <a:solidFill>
              <a:schemeClr val="tx1"/>
            </a:solidFill>
          </a:endParaRPr>
        </a:p>
      </dgm:t>
    </dgm:pt>
    <dgm:pt modelId="{C9CD90C0-7BD8-4B5F-ADBB-D7551CCD67D6}" type="sibTrans" cxnId="{98F414C2-6C03-4FFF-B9B8-0531573E5CF4}">
      <dgm:prSet/>
      <dgm:spPr/>
      <dgm:t>
        <a:bodyPr/>
        <a:lstStyle/>
        <a:p>
          <a:endParaRPr lang="es-ES">
            <a:solidFill>
              <a:schemeClr val="tx1"/>
            </a:solidFill>
          </a:endParaRPr>
        </a:p>
      </dgm:t>
    </dgm:pt>
    <dgm:pt modelId="{14A3DB86-AA54-4C08-ADC0-F2FF6AEE7D26}">
      <dgm:prSet custT="1"/>
      <dgm:spPr/>
      <dgm:t>
        <a:bodyPr/>
        <a:lstStyle/>
        <a:p>
          <a:pPr algn="just"/>
          <a:r>
            <a:rPr lang="en-US" sz="2400" b="0" dirty="0" err="1">
              <a:solidFill>
                <a:schemeClr val="tx1"/>
              </a:solidFill>
              <a:effectLst/>
            </a:rPr>
            <a:t>Evitar</a:t>
          </a:r>
          <a:r>
            <a:rPr lang="en-US" sz="2400" b="0" dirty="0">
              <a:solidFill>
                <a:schemeClr val="tx1"/>
              </a:solidFill>
              <a:effectLst/>
            </a:rPr>
            <a:t> las </a:t>
          </a:r>
          <a:r>
            <a:rPr lang="en-US" sz="2400" b="0" dirty="0" err="1">
              <a:solidFill>
                <a:schemeClr val="tx1"/>
              </a:solidFill>
              <a:effectLst/>
            </a:rPr>
            <a:t>posibles</a:t>
          </a:r>
          <a:r>
            <a:rPr lang="en-US" sz="2400" b="0" dirty="0">
              <a:solidFill>
                <a:schemeClr val="tx1"/>
              </a:solidFill>
              <a:effectLst/>
            </a:rPr>
            <a:t> </a:t>
          </a:r>
          <a:r>
            <a:rPr lang="en-US" sz="2400" b="0" dirty="0" err="1">
              <a:solidFill>
                <a:schemeClr val="tx1"/>
              </a:solidFill>
              <a:effectLst/>
            </a:rPr>
            <a:t>anomalías</a:t>
          </a:r>
          <a:r>
            <a:rPr lang="en-US" sz="2400" b="0" dirty="0">
              <a:solidFill>
                <a:schemeClr val="tx1"/>
              </a:solidFill>
              <a:effectLst/>
            </a:rPr>
            <a:t> </a:t>
          </a:r>
          <a:r>
            <a:rPr lang="en-US" sz="2400" b="0" dirty="0" err="1">
              <a:solidFill>
                <a:schemeClr val="tx1"/>
              </a:solidFill>
              <a:effectLst/>
            </a:rPr>
            <a:t>en</a:t>
          </a:r>
          <a:r>
            <a:rPr lang="en-US" sz="2400" b="0" dirty="0">
              <a:solidFill>
                <a:schemeClr val="tx1"/>
              </a:solidFill>
              <a:effectLst/>
            </a:rPr>
            <a:t> </a:t>
          </a:r>
          <a:r>
            <a:rPr lang="en-US" sz="2400" b="0" dirty="0" err="1">
              <a:solidFill>
                <a:schemeClr val="tx1"/>
              </a:solidFill>
              <a:effectLst/>
            </a:rPr>
            <a:t>los</a:t>
          </a:r>
          <a:r>
            <a:rPr lang="en-US" sz="2400" b="0" dirty="0">
              <a:solidFill>
                <a:schemeClr val="tx1"/>
              </a:solidFill>
              <a:effectLst/>
            </a:rPr>
            <a:t> </a:t>
          </a:r>
          <a:r>
            <a:rPr lang="en-US" sz="2400" b="0" dirty="0" err="1">
              <a:solidFill>
                <a:schemeClr val="tx1"/>
              </a:solidFill>
              <a:effectLst/>
            </a:rPr>
            <a:t>procesos</a:t>
          </a:r>
          <a:r>
            <a:rPr lang="en-US" sz="2400" b="0" dirty="0">
              <a:solidFill>
                <a:schemeClr val="tx1"/>
              </a:solidFill>
              <a:effectLst/>
            </a:rPr>
            <a:t> de </a:t>
          </a:r>
          <a:r>
            <a:rPr lang="en-US" sz="2400" b="0" dirty="0" err="1">
              <a:solidFill>
                <a:schemeClr val="tx1"/>
              </a:solidFill>
              <a:effectLst/>
            </a:rPr>
            <a:t>inserción</a:t>
          </a:r>
          <a:r>
            <a:rPr lang="en-US" sz="2400" b="0" dirty="0">
              <a:solidFill>
                <a:schemeClr val="tx1"/>
              </a:solidFill>
              <a:effectLst/>
            </a:rPr>
            <a:t>, </a:t>
          </a:r>
          <a:r>
            <a:rPr lang="en-US" sz="2400" b="0" dirty="0" err="1">
              <a:solidFill>
                <a:schemeClr val="tx1"/>
              </a:solidFill>
              <a:effectLst/>
            </a:rPr>
            <a:t>eliminación</a:t>
          </a:r>
          <a:r>
            <a:rPr lang="en-US" sz="2400" b="0" dirty="0">
              <a:solidFill>
                <a:schemeClr val="tx1"/>
              </a:solidFill>
              <a:effectLst/>
            </a:rPr>
            <a:t> y </a:t>
          </a:r>
          <a:r>
            <a:rPr lang="en-US" sz="2400" b="0" dirty="0" err="1">
              <a:solidFill>
                <a:schemeClr val="tx1"/>
              </a:solidFill>
              <a:effectLst/>
            </a:rPr>
            <a:t>modificación</a:t>
          </a:r>
          <a:r>
            <a:rPr lang="en-US" sz="2400" b="0" dirty="0">
              <a:solidFill>
                <a:schemeClr val="tx1"/>
              </a:solidFill>
              <a:effectLst/>
            </a:rPr>
            <a:t>.</a:t>
          </a:r>
        </a:p>
      </dgm:t>
    </dgm:pt>
    <dgm:pt modelId="{1521C6D3-8BE5-42AC-9623-C3C8927248BE}" type="parTrans" cxnId="{8436B184-4AEB-4CB1-90AA-8BCE3C82C165}">
      <dgm:prSet/>
      <dgm:spPr/>
      <dgm:t>
        <a:bodyPr/>
        <a:lstStyle/>
        <a:p>
          <a:endParaRPr lang="es-ES">
            <a:solidFill>
              <a:schemeClr val="tx1"/>
            </a:solidFill>
          </a:endParaRPr>
        </a:p>
      </dgm:t>
    </dgm:pt>
    <dgm:pt modelId="{E6FC5C91-1826-4516-99A9-8660BDE8D16D}" type="sibTrans" cxnId="{8436B184-4AEB-4CB1-90AA-8BCE3C82C165}">
      <dgm:prSet/>
      <dgm:spPr/>
      <dgm:t>
        <a:bodyPr/>
        <a:lstStyle/>
        <a:p>
          <a:endParaRPr lang="es-ES">
            <a:solidFill>
              <a:schemeClr val="tx1"/>
            </a:solidFill>
          </a:endParaRPr>
        </a:p>
      </dgm:t>
    </dgm:pt>
    <dgm:pt modelId="{9056D6B2-A4F3-4106-8D6A-2E66311CF777}" type="pres">
      <dgm:prSet presAssocID="{4E20C350-CA80-4F70-9C48-6B4569EB41AC}" presName="linear" presStyleCnt="0">
        <dgm:presLayoutVars>
          <dgm:dir/>
          <dgm:animLvl val="lvl"/>
          <dgm:resizeHandles val="exact"/>
        </dgm:presLayoutVars>
      </dgm:prSet>
      <dgm:spPr/>
    </dgm:pt>
    <dgm:pt modelId="{B85C8B90-DC6A-4C06-B252-DBC3A2C26C77}" type="pres">
      <dgm:prSet presAssocID="{7B55B43D-4282-40F4-8ACB-F9B87D3C53B8}" presName="parentLin" presStyleCnt="0"/>
      <dgm:spPr/>
    </dgm:pt>
    <dgm:pt modelId="{4D34F8DA-8814-4415-8EEF-63440000A68C}" type="pres">
      <dgm:prSet presAssocID="{7B55B43D-4282-40F4-8ACB-F9B87D3C53B8}" presName="parentLeftMargin" presStyleLbl="node1" presStyleIdx="0" presStyleCnt="1"/>
      <dgm:spPr/>
    </dgm:pt>
    <dgm:pt modelId="{A471DA41-04BB-4C38-A7CE-635DD17F913E}" type="pres">
      <dgm:prSet presAssocID="{7B55B43D-4282-40F4-8ACB-F9B87D3C53B8}" presName="parentText" presStyleLbl="node1" presStyleIdx="0" presStyleCnt="1">
        <dgm:presLayoutVars>
          <dgm:chMax val="0"/>
          <dgm:bulletEnabled val="1"/>
        </dgm:presLayoutVars>
      </dgm:prSet>
      <dgm:spPr/>
    </dgm:pt>
    <dgm:pt modelId="{9A6984CD-0A3A-4D96-9053-04532F40C54F}" type="pres">
      <dgm:prSet presAssocID="{7B55B43D-4282-40F4-8ACB-F9B87D3C53B8}" presName="negativeSpace" presStyleCnt="0"/>
      <dgm:spPr/>
    </dgm:pt>
    <dgm:pt modelId="{354FF1C0-397C-45F3-B326-6666457340C6}" type="pres">
      <dgm:prSet presAssocID="{7B55B43D-4282-40F4-8ACB-F9B87D3C53B8}" presName="childText" presStyleLbl="conFgAcc1" presStyleIdx="0" presStyleCnt="1" custScaleX="100000" custScaleY="96130" custLinFactNeighborX="-2114" custLinFactNeighborY="74340">
        <dgm:presLayoutVars>
          <dgm:bulletEnabled val="1"/>
        </dgm:presLayoutVars>
      </dgm:prSet>
      <dgm:spPr/>
    </dgm:pt>
  </dgm:ptLst>
  <dgm:cxnLst>
    <dgm:cxn modelId="{AFB4DE46-9E2F-492B-B03F-616DA7FD122F}" type="presOf" srcId="{7B55B43D-4282-40F4-8ACB-F9B87D3C53B8}" destId="{4D34F8DA-8814-4415-8EEF-63440000A68C}" srcOrd="0" destOrd="0" presId="urn:microsoft.com/office/officeart/2005/8/layout/list1"/>
    <dgm:cxn modelId="{7EF33948-EC8E-440C-A618-B556272A9095}" type="presOf" srcId="{4E20C350-CA80-4F70-9C48-6B4569EB41AC}" destId="{9056D6B2-A4F3-4106-8D6A-2E66311CF777}" srcOrd="0" destOrd="0" presId="urn:microsoft.com/office/officeart/2005/8/layout/list1"/>
    <dgm:cxn modelId="{5D0D976A-2477-48F8-A03C-417670A5BE7F}" srcId="{4E20C350-CA80-4F70-9C48-6B4569EB41AC}" destId="{7B55B43D-4282-40F4-8ACB-F9B87D3C53B8}" srcOrd="0" destOrd="0" parTransId="{CC898E9D-A05E-47F1-8FC5-0A7E1CF680F1}" sibTransId="{0485F42B-61FD-49AB-ACE0-ED4C049C3B1E}"/>
    <dgm:cxn modelId="{8436B184-4AEB-4CB1-90AA-8BCE3C82C165}" srcId="{7B55B43D-4282-40F4-8ACB-F9B87D3C53B8}" destId="{14A3DB86-AA54-4C08-ADC0-F2FF6AEE7D26}" srcOrd="1" destOrd="0" parTransId="{1521C6D3-8BE5-42AC-9623-C3C8927248BE}" sibTransId="{E6FC5C91-1826-4516-99A9-8660BDE8D16D}"/>
    <dgm:cxn modelId="{A8A14697-6CFE-4DDA-8CED-E6A630460ED7}" type="presOf" srcId="{7B55B43D-4282-40F4-8ACB-F9B87D3C53B8}" destId="{A471DA41-04BB-4C38-A7CE-635DD17F913E}" srcOrd="1" destOrd="0" presId="urn:microsoft.com/office/officeart/2005/8/layout/list1"/>
    <dgm:cxn modelId="{41120FAA-8B76-41E7-B0D5-62DE07109A9C}" type="presOf" srcId="{14A3DB86-AA54-4C08-ADC0-F2FF6AEE7D26}" destId="{354FF1C0-397C-45F3-B326-6666457340C6}" srcOrd="0" destOrd="1" presId="urn:microsoft.com/office/officeart/2005/8/layout/list1"/>
    <dgm:cxn modelId="{98F414C2-6C03-4FFF-B9B8-0531573E5CF4}" srcId="{7B55B43D-4282-40F4-8ACB-F9B87D3C53B8}" destId="{839DD8D4-7C18-4393-8087-792A79F3C41E}" srcOrd="0" destOrd="0" parTransId="{59D8DEFF-DE9F-4EC1-8187-4392DD1EC501}" sibTransId="{C9CD90C0-7BD8-4B5F-ADBB-D7551CCD67D6}"/>
    <dgm:cxn modelId="{C8E9D0DA-F009-4856-92DA-89C7E312A8CF}" type="presOf" srcId="{839DD8D4-7C18-4393-8087-792A79F3C41E}" destId="{354FF1C0-397C-45F3-B326-6666457340C6}" srcOrd="0" destOrd="0" presId="urn:microsoft.com/office/officeart/2005/8/layout/list1"/>
    <dgm:cxn modelId="{59FE44B0-89A1-4C1C-87C7-658FF3762A7D}" type="presParOf" srcId="{9056D6B2-A4F3-4106-8D6A-2E66311CF777}" destId="{B85C8B90-DC6A-4C06-B252-DBC3A2C26C77}" srcOrd="0" destOrd="0" presId="urn:microsoft.com/office/officeart/2005/8/layout/list1"/>
    <dgm:cxn modelId="{0597C84E-4F5C-4487-B8B4-F47DA8071023}" type="presParOf" srcId="{B85C8B90-DC6A-4C06-B252-DBC3A2C26C77}" destId="{4D34F8DA-8814-4415-8EEF-63440000A68C}" srcOrd="0" destOrd="0" presId="urn:microsoft.com/office/officeart/2005/8/layout/list1"/>
    <dgm:cxn modelId="{55EC6B57-B357-41E4-AA38-730787263988}" type="presParOf" srcId="{B85C8B90-DC6A-4C06-B252-DBC3A2C26C77}" destId="{A471DA41-04BB-4C38-A7CE-635DD17F913E}" srcOrd="1" destOrd="0" presId="urn:microsoft.com/office/officeart/2005/8/layout/list1"/>
    <dgm:cxn modelId="{8350342E-D407-4AB0-B6A0-361FEA18809F}" type="presParOf" srcId="{9056D6B2-A4F3-4106-8D6A-2E66311CF777}" destId="{9A6984CD-0A3A-4D96-9053-04532F40C54F}" srcOrd="1" destOrd="0" presId="urn:microsoft.com/office/officeart/2005/8/layout/list1"/>
    <dgm:cxn modelId="{78FE8D54-6EF5-4C95-9405-985CC8B4059B}" type="presParOf" srcId="{9056D6B2-A4F3-4106-8D6A-2E66311CF777}" destId="{354FF1C0-397C-45F3-B326-6666457340C6}"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4FF1C0-397C-45F3-B326-6666457340C6}">
      <dsp:nvSpPr>
        <dsp:cNvPr id="0" name=""/>
        <dsp:cNvSpPr/>
      </dsp:nvSpPr>
      <dsp:spPr>
        <a:xfrm>
          <a:off x="0" y="2081389"/>
          <a:ext cx="7920880" cy="2084843"/>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4748" tIns="499872" rIns="614748" bIns="170688" numCol="1" spcCol="1270" anchor="t" anchorCtr="0">
          <a:noAutofit/>
        </a:bodyPr>
        <a:lstStyle/>
        <a:p>
          <a:pPr marL="228600" lvl="1" indent="-228600" algn="just" defTabSz="1066800">
            <a:lnSpc>
              <a:spcPct val="90000"/>
            </a:lnSpc>
            <a:spcBef>
              <a:spcPct val="0"/>
            </a:spcBef>
            <a:spcAft>
              <a:spcPct val="15000"/>
            </a:spcAft>
            <a:buChar char="•"/>
          </a:pPr>
          <a:r>
            <a:rPr lang="en-US" sz="2400" b="0" kern="1200" dirty="0">
              <a:solidFill>
                <a:schemeClr val="tx1"/>
              </a:solidFill>
              <a:effectLst/>
            </a:rPr>
            <a:t>OBJETIVO: </a:t>
          </a:r>
          <a:r>
            <a:rPr lang="en-US" sz="2400" b="0" kern="1200" dirty="0" err="1">
              <a:solidFill>
                <a:schemeClr val="tx1"/>
              </a:solidFill>
              <a:effectLst/>
            </a:rPr>
            <a:t>evitar</a:t>
          </a:r>
          <a:r>
            <a:rPr lang="en-US" sz="2400" b="0" kern="1200" dirty="0">
              <a:solidFill>
                <a:schemeClr val="tx1"/>
              </a:solidFill>
              <a:effectLst/>
            </a:rPr>
            <a:t> </a:t>
          </a:r>
          <a:r>
            <a:rPr lang="en-US" sz="2400" b="0" kern="1200" dirty="0" err="1">
              <a:solidFill>
                <a:schemeClr val="tx1"/>
              </a:solidFill>
              <a:effectLst/>
            </a:rPr>
            <a:t>redundancias</a:t>
          </a:r>
          <a:r>
            <a:rPr lang="en-US" sz="2400" b="0" kern="1200" dirty="0">
              <a:solidFill>
                <a:schemeClr val="tx1"/>
              </a:solidFill>
              <a:effectLst/>
            </a:rPr>
            <a:t> y </a:t>
          </a:r>
          <a:r>
            <a:rPr lang="en-US" sz="2400" b="0" kern="1200" dirty="0" err="1">
              <a:solidFill>
                <a:schemeClr val="tx1"/>
              </a:solidFill>
              <a:effectLst/>
            </a:rPr>
            <a:t>mantener</a:t>
          </a:r>
          <a:r>
            <a:rPr lang="en-US" sz="2400" b="0" kern="1200" dirty="0">
              <a:solidFill>
                <a:schemeClr val="tx1"/>
              </a:solidFill>
              <a:effectLst/>
            </a:rPr>
            <a:t> la </a:t>
          </a:r>
          <a:r>
            <a:rPr lang="en-US" sz="2400" b="0" kern="1200" dirty="0" err="1">
              <a:solidFill>
                <a:schemeClr val="tx1"/>
              </a:solidFill>
              <a:effectLst/>
            </a:rPr>
            <a:t>congruencia</a:t>
          </a:r>
          <a:r>
            <a:rPr lang="en-US" sz="2400" b="0" kern="1200" dirty="0">
              <a:solidFill>
                <a:schemeClr val="tx1"/>
              </a:solidFill>
              <a:effectLst/>
            </a:rPr>
            <a:t> de los </a:t>
          </a:r>
          <a:r>
            <a:rPr lang="en-US" sz="2400" b="0" kern="1200" dirty="0" err="1">
              <a:solidFill>
                <a:schemeClr val="tx1"/>
              </a:solidFill>
              <a:effectLst/>
            </a:rPr>
            <a:t>datos</a:t>
          </a:r>
          <a:r>
            <a:rPr lang="en-US" sz="2400" b="0" kern="1200" dirty="0">
              <a:solidFill>
                <a:schemeClr val="tx1"/>
              </a:solidFill>
              <a:effectLst/>
            </a:rPr>
            <a:t> </a:t>
          </a:r>
          <a:r>
            <a:rPr lang="en-US" sz="2400" b="0" kern="1200" dirty="0" err="1">
              <a:solidFill>
                <a:schemeClr val="tx1"/>
              </a:solidFill>
              <a:effectLst/>
            </a:rPr>
            <a:t>en</a:t>
          </a:r>
          <a:r>
            <a:rPr lang="en-US" sz="2400" b="0" kern="1200" dirty="0">
              <a:solidFill>
                <a:schemeClr val="tx1"/>
              </a:solidFill>
              <a:effectLst/>
            </a:rPr>
            <a:t> </a:t>
          </a:r>
          <a:r>
            <a:rPr lang="en-US" sz="2400" b="0" kern="1200" dirty="0" err="1">
              <a:solidFill>
                <a:schemeClr val="tx1"/>
              </a:solidFill>
              <a:effectLst/>
            </a:rPr>
            <a:t>nuestro</a:t>
          </a:r>
          <a:r>
            <a:rPr lang="en-US" sz="2400" b="0" kern="1200" dirty="0">
              <a:solidFill>
                <a:schemeClr val="tx1"/>
              </a:solidFill>
              <a:effectLst/>
            </a:rPr>
            <a:t> SGBD.</a:t>
          </a:r>
        </a:p>
        <a:p>
          <a:pPr marL="228600" lvl="1" indent="-228600" algn="just" defTabSz="1066800">
            <a:lnSpc>
              <a:spcPct val="90000"/>
            </a:lnSpc>
            <a:spcBef>
              <a:spcPct val="0"/>
            </a:spcBef>
            <a:spcAft>
              <a:spcPct val="15000"/>
            </a:spcAft>
            <a:buChar char="•"/>
          </a:pPr>
          <a:r>
            <a:rPr lang="en-US" sz="2400" b="0" kern="1200" dirty="0" err="1">
              <a:solidFill>
                <a:schemeClr val="tx1"/>
              </a:solidFill>
              <a:effectLst/>
            </a:rPr>
            <a:t>Evitar</a:t>
          </a:r>
          <a:r>
            <a:rPr lang="en-US" sz="2400" b="0" kern="1200" dirty="0">
              <a:solidFill>
                <a:schemeClr val="tx1"/>
              </a:solidFill>
              <a:effectLst/>
            </a:rPr>
            <a:t> las </a:t>
          </a:r>
          <a:r>
            <a:rPr lang="en-US" sz="2400" b="0" kern="1200" dirty="0" err="1">
              <a:solidFill>
                <a:schemeClr val="tx1"/>
              </a:solidFill>
              <a:effectLst/>
            </a:rPr>
            <a:t>posibles</a:t>
          </a:r>
          <a:r>
            <a:rPr lang="en-US" sz="2400" b="0" kern="1200" dirty="0">
              <a:solidFill>
                <a:schemeClr val="tx1"/>
              </a:solidFill>
              <a:effectLst/>
            </a:rPr>
            <a:t> </a:t>
          </a:r>
          <a:r>
            <a:rPr lang="en-US" sz="2400" b="0" kern="1200" dirty="0" err="1">
              <a:solidFill>
                <a:schemeClr val="tx1"/>
              </a:solidFill>
              <a:effectLst/>
            </a:rPr>
            <a:t>anomalías</a:t>
          </a:r>
          <a:r>
            <a:rPr lang="en-US" sz="2400" b="0" kern="1200" dirty="0">
              <a:solidFill>
                <a:schemeClr val="tx1"/>
              </a:solidFill>
              <a:effectLst/>
            </a:rPr>
            <a:t> </a:t>
          </a:r>
          <a:r>
            <a:rPr lang="en-US" sz="2400" b="0" kern="1200" dirty="0" err="1">
              <a:solidFill>
                <a:schemeClr val="tx1"/>
              </a:solidFill>
              <a:effectLst/>
            </a:rPr>
            <a:t>en</a:t>
          </a:r>
          <a:r>
            <a:rPr lang="en-US" sz="2400" b="0" kern="1200" dirty="0">
              <a:solidFill>
                <a:schemeClr val="tx1"/>
              </a:solidFill>
              <a:effectLst/>
            </a:rPr>
            <a:t> </a:t>
          </a:r>
          <a:r>
            <a:rPr lang="en-US" sz="2400" b="0" kern="1200" dirty="0" err="1">
              <a:solidFill>
                <a:schemeClr val="tx1"/>
              </a:solidFill>
              <a:effectLst/>
            </a:rPr>
            <a:t>los</a:t>
          </a:r>
          <a:r>
            <a:rPr lang="en-US" sz="2400" b="0" kern="1200" dirty="0">
              <a:solidFill>
                <a:schemeClr val="tx1"/>
              </a:solidFill>
              <a:effectLst/>
            </a:rPr>
            <a:t> </a:t>
          </a:r>
          <a:r>
            <a:rPr lang="en-US" sz="2400" b="0" kern="1200" dirty="0" err="1">
              <a:solidFill>
                <a:schemeClr val="tx1"/>
              </a:solidFill>
              <a:effectLst/>
            </a:rPr>
            <a:t>procesos</a:t>
          </a:r>
          <a:r>
            <a:rPr lang="en-US" sz="2400" b="0" kern="1200" dirty="0">
              <a:solidFill>
                <a:schemeClr val="tx1"/>
              </a:solidFill>
              <a:effectLst/>
            </a:rPr>
            <a:t> de </a:t>
          </a:r>
          <a:r>
            <a:rPr lang="en-US" sz="2400" b="0" kern="1200" dirty="0" err="1">
              <a:solidFill>
                <a:schemeClr val="tx1"/>
              </a:solidFill>
              <a:effectLst/>
            </a:rPr>
            <a:t>inserción</a:t>
          </a:r>
          <a:r>
            <a:rPr lang="en-US" sz="2400" b="0" kern="1200" dirty="0">
              <a:solidFill>
                <a:schemeClr val="tx1"/>
              </a:solidFill>
              <a:effectLst/>
            </a:rPr>
            <a:t>, </a:t>
          </a:r>
          <a:r>
            <a:rPr lang="en-US" sz="2400" b="0" kern="1200" dirty="0" err="1">
              <a:solidFill>
                <a:schemeClr val="tx1"/>
              </a:solidFill>
              <a:effectLst/>
            </a:rPr>
            <a:t>eliminación</a:t>
          </a:r>
          <a:r>
            <a:rPr lang="en-US" sz="2400" b="0" kern="1200" dirty="0">
              <a:solidFill>
                <a:schemeClr val="tx1"/>
              </a:solidFill>
              <a:effectLst/>
            </a:rPr>
            <a:t> y </a:t>
          </a:r>
          <a:r>
            <a:rPr lang="en-US" sz="2400" b="0" kern="1200" dirty="0" err="1">
              <a:solidFill>
                <a:schemeClr val="tx1"/>
              </a:solidFill>
              <a:effectLst/>
            </a:rPr>
            <a:t>modificación</a:t>
          </a:r>
          <a:r>
            <a:rPr lang="en-US" sz="2400" b="0" kern="1200" dirty="0">
              <a:solidFill>
                <a:schemeClr val="tx1"/>
              </a:solidFill>
              <a:effectLst/>
            </a:rPr>
            <a:t>.</a:t>
          </a:r>
        </a:p>
      </dsp:txBody>
      <dsp:txXfrm>
        <a:off x="0" y="2081389"/>
        <a:ext cx="7920880" cy="2084843"/>
      </dsp:txXfrm>
    </dsp:sp>
    <dsp:sp modelId="{A471DA41-04BB-4C38-A7CE-635DD17F913E}">
      <dsp:nvSpPr>
        <dsp:cNvPr id="0" name=""/>
        <dsp:cNvSpPr/>
      </dsp:nvSpPr>
      <dsp:spPr>
        <a:xfrm>
          <a:off x="396044" y="1386609"/>
          <a:ext cx="5544616" cy="797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1066800">
            <a:lnSpc>
              <a:spcPct val="90000"/>
            </a:lnSpc>
            <a:spcBef>
              <a:spcPct val="0"/>
            </a:spcBef>
            <a:spcAft>
              <a:spcPct val="35000"/>
            </a:spcAft>
            <a:buNone/>
          </a:pPr>
          <a:r>
            <a:rPr lang="es-ES" sz="2400" b="1" kern="1200" dirty="0">
              <a:solidFill>
                <a:schemeClr val="tx1"/>
              </a:solidFill>
            </a:rPr>
            <a:t>PROCESO DE NORMALIZACIÓN</a:t>
          </a:r>
          <a:endParaRPr lang="en-US" sz="2400" kern="1200" dirty="0">
            <a:solidFill>
              <a:schemeClr val="tx1"/>
            </a:solidFill>
          </a:endParaRPr>
        </a:p>
      </dsp:txBody>
      <dsp:txXfrm>
        <a:off x="434952" y="1425517"/>
        <a:ext cx="5466800"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28EAA63-F701-426E-9E2D-B52E723291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721C87F1-B3F2-40AB-BD35-C52878C735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210147-5328-4D65-A245-2F75F1C30068}" type="datetimeFigureOut">
              <a:rPr lang="es-ES" smtClean="0"/>
              <a:t>06/11/2025</a:t>
            </a:fld>
            <a:endParaRPr lang="es-ES"/>
          </a:p>
        </p:txBody>
      </p:sp>
      <p:sp>
        <p:nvSpPr>
          <p:cNvPr id="4" name="Marcador de pie de página 3">
            <a:extLst>
              <a:ext uri="{FF2B5EF4-FFF2-40B4-BE49-F238E27FC236}">
                <a16:creationId xmlns:a16="http://schemas.microsoft.com/office/drawing/2014/main" id="{165389B5-C744-4567-AE88-B7EB7F3C1E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F7B9EAD-351B-4C6A-AE7B-DD1A7A1B3B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864B22-C5A5-40BD-9593-ACF593F5C509}" type="slidenum">
              <a:rPr lang="es-ES" smtClean="0"/>
              <a:t>‹Nº›</a:t>
            </a:fld>
            <a:endParaRPr lang="es-ES"/>
          </a:p>
        </p:txBody>
      </p:sp>
    </p:spTree>
    <p:extLst>
      <p:ext uri="{BB962C8B-B14F-4D97-AF65-F5344CB8AC3E}">
        <p14:creationId xmlns:p14="http://schemas.microsoft.com/office/powerpoint/2010/main" val="2899935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1CEDED5D-C8E5-44E8-AFF3-12812DD82CC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Arial" charset="0"/>
                <a:cs typeface="Arial" charset="0"/>
              </a:defRPr>
            </a:lvl1pPr>
          </a:lstStyle>
          <a:p>
            <a:pPr>
              <a:defRPr/>
            </a:pPr>
            <a:endParaRPr lang="es-ES"/>
          </a:p>
        </p:txBody>
      </p:sp>
      <p:sp>
        <p:nvSpPr>
          <p:cNvPr id="3" name="2 Marcador de fecha">
            <a:extLst>
              <a:ext uri="{FF2B5EF4-FFF2-40B4-BE49-F238E27FC236}">
                <a16:creationId xmlns:a16="http://schemas.microsoft.com/office/drawing/2014/main" id="{10C375B7-2BCF-43DC-8372-23E3FB30600C}"/>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Arial" charset="0"/>
                <a:cs typeface="Arial" charset="0"/>
              </a:defRPr>
            </a:lvl1pPr>
          </a:lstStyle>
          <a:p>
            <a:pPr>
              <a:defRPr/>
            </a:pPr>
            <a:fld id="{B490C891-7867-498D-95A7-457FD640C4D6}" type="datetimeFigureOut">
              <a:rPr lang="es-ES"/>
              <a:pPr>
                <a:defRPr/>
              </a:pPr>
              <a:t>06/11/2025</a:t>
            </a:fld>
            <a:endParaRPr lang="es-ES"/>
          </a:p>
        </p:txBody>
      </p:sp>
      <p:sp>
        <p:nvSpPr>
          <p:cNvPr id="4" name="3 Marcador de imagen de diapositiva">
            <a:extLst>
              <a:ext uri="{FF2B5EF4-FFF2-40B4-BE49-F238E27FC236}">
                <a16:creationId xmlns:a16="http://schemas.microsoft.com/office/drawing/2014/main" id="{7254B44E-DCE1-4EB3-AE73-7712FC9E8055}"/>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 noProof="0"/>
          </a:p>
        </p:txBody>
      </p:sp>
      <p:sp>
        <p:nvSpPr>
          <p:cNvPr id="5" name="4 Marcador de notas">
            <a:extLst>
              <a:ext uri="{FF2B5EF4-FFF2-40B4-BE49-F238E27FC236}">
                <a16:creationId xmlns:a16="http://schemas.microsoft.com/office/drawing/2014/main" id="{1C7D0C10-544B-4AE7-A104-21156A1FB621}"/>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5 Marcador de pie de página">
            <a:extLst>
              <a:ext uri="{FF2B5EF4-FFF2-40B4-BE49-F238E27FC236}">
                <a16:creationId xmlns:a16="http://schemas.microsoft.com/office/drawing/2014/main" id="{A22D4511-0F4F-4023-A818-CBED4F424B4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charset="0"/>
                <a:cs typeface="Arial" charset="0"/>
              </a:defRPr>
            </a:lvl1pPr>
          </a:lstStyle>
          <a:p>
            <a:pPr>
              <a:defRPr/>
            </a:pPr>
            <a:endParaRPr lang="es-ES"/>
          </a:p>
        </p:txBody>
      </p:sp>
      <p:sp>
        <p:nvSpPr>
          <p:cNvPr id="7" name="6 Marcador de número de diapositiva">
            <a:extLst>
              <a:ext uri="{FF2B5EF4-FFF2-40B4-BE49-F238E27FC236}">
                <a16:creationId xmlns:a16="http://schemas.microsoft.com/office/drawing/2014/main" id="{A6835349-F69A-4D60-8AE8-3262B587079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FFC45569-9914-4DF0-BEA2-DB9414A18F96}"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5037AC-01ED-753E-6A59-5B4C734D639F}"/>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0DA4D009-5800-A838-4C0D-A764ED55EF3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BFDF9E6-864E-8602-3250-2B5A1C2A7CB3}"/>
              </a:ext>
            </a:extLst>
          </p:cNvPr>
          <p:cNvSpPr>
            <a:spLocks noGrp="1"/>
          </p:cNvSpPr>
          <p:nvPr>
            <p:ph type="dt" sz="half" idx="10"/>
          </p:nvPr>
        </p:nvSpPr>
        <p:spPr/>
        <p:txBody>
          <a:bodyPr/>
          <a:lstStyle/>
          <a:p>
            <a:pPr>
              <a:defRPr/>
            </a:pPr>
            <a:fld id="{5343912B-7499-41B4-ADB0-1196EE06B48C}" type="datetime1">
              <a:rPr lang="es-ES" smtClean="0"/>
              <a:t>06/11/2025</a:t>
            </a:fld>
            <a:endParaRPr lang="es-ES"/>
          </a:p>
        </p:txBody>
      </p:sp>
      <p:sp>
        <p:nvSpPr>
          <p:cNvPr id="5" name="Marcador de pie de página 4">
            <a:extLst>
              <a:ext uri="{FF2B5EF4-FFF2-40B4-BE49-F238E27FC236}">
                <a16:creationId xmlns:a16="http://schemas.microsoft.com/office/drawing/2014/main" id="{09AAFBAF-C066-C45E-4DFE-019B63AA9A86}"/>
              </a:ext>
            </a:extLst>
          </p:cNvPr>
          <p:cNvSpPr>
            <a:spLocks noGrp="1"/>
          </p:cNvSpPr>
          <p:nvPr>
            <p:ph type="ftr" sz="quarter" idx="11"/>
          </p:nvPr>
        </p:nvSpPr>
        <p:spPr/>
        <p:txBody>
          <a:bodyPr/>
          <a:lstStyle/>
          <a:p>
            <a:pPr>
              <a:defRPr/>
            </a:pPr>
            <a:r>
              <a:rPr lang="es-ES"/>
              <a:t>Luis Herrero de Cos</a:t>
            </a:r>
          </a:p>
        </p:txBody>
      </p:sp>
      <p:sp>
        <p:nvSpPr>
          <p:cNvPr id="6" name="Marcador de número de diapositiva 5">
            <a:extLst>
              <a:ext uri="{FF2B5EF4-FFF2-40B4-BE49-F238E27FC236}">
                <a16:creationId xmlns:a16="http://schemas.microsoft.com/office/drawing/2014/main" id="{430C8B8B-B898-817C-0C53-6E2CE4CDF900}"/>
              </a:ext>
            </a:extLst>
          </p:cNvPr>
          <p:cNvSpPr>
            <a:spLocks noGrp="1"/>
          </p:cNvSpPr>
          <p:nvPr>
            <p:ph type="sldNum" sz="quarter" idx="12"/>
          </p:nvPr>
        </p:nvSpPr>
        <p:spPr/>
        <p:txBody>
          <a:bodyPr/>
          <a:lstStyle/>
          <a:p>
            <a:pPr>
              <a:defRPr/>
            </a:pPr>
            <a:fld id="{25A11DDB-D889-4E7A-8E06-84976CD1C6AA}" type="slidenum">
              <a:rPr lang="es-ES" altLang="es-ES" smtClean="0"/>
              <a:pPr>
                <a:defRPr/>
              </a:pPr>
              <a:t>‹Nº›</a:t>
            </a:fld>
            <a:endParaRPr lang="es-ES" altLang="es-ES"/>
          </a:p>
        </p:txBody>
      </p:sp>
    </p:spTree>
    <p:extLst>
      <p:ext uri="{BB962C8B-B14F-4D97-AF65-F5344CB8AC3E}">
        <p14:creationId xmlns:p14="http://schemas.microsoft.com/office/powerpoint/2010/main" val="542211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2AAF06-55A2-EF9E-6761-D0FB8A541E4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30EC978-C768-CC6E-BEC6-E3C6CD0F351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8D5BE79-C50C-00E2-0299-C9117C7C5A8C}"/>
              </a:ext>
            </a:extLst>
          </p:cNvPr>
          <p:cNvSpPr>
            <a:spLocks noGrp="1"/>
          </p:cNvSpPr>
          <p:nvPr>
            <p:ph type="dt" sz="half" idx="10"/>
          </p:nvPr>
        </p:nvSpPr>
        <p:spPr/>
        <p:txBody>
          <a:bodyPr/>
          <a:lstStyle/>
          <a:p>
            <a:fld id="{04C67826-87B2-406E-B29B-D5BBBCC2B0BA}" type="datetimeFigureOut">
              <a:rPr lang="es-ES" smtClean="0"/>
              <a:t>06/11/2025</a:t>
            </a:fld>
            <a:endParaRPr lang="es-ES"/>
          </a:p>
        </p:txBody>
      </p:sp>
      <p:sp>
        <p:nvSpPr>
          <p:cNvPr id="5" name="Marcador de pie de página 4">
            <a:extLst>
              <a:ext uri="{FF2B5EF4-FFF2-40B4-BE49-F238E27FC236}">
                <a16:creationId xmlns:a16="http://schemas.microsoft.com/office/drawing/2014/main" id="{E418CD8C-0F41-FB21-5CF2-5B384586F13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0DB6201-784B-DB63-EE3A-6AC3D18CCFAA}"/>
              </a:ext>
            </a:extLst>
          </p:cNvPr>
          <p:cNvSpPr>
            <a:spLocks noGrp="1"/>
          </p:cNvSpPr>
          <p:nvPr>
            <p:ph type="sldNum" sz="quarter" idx="12"/>
          </p:nvPr>
        </p:nvSpPr>
        <p:spPr/>
        <p:txBody>
          <a:bodyPr/>
          <a:lstStyle/>
          <a:p>
            <a:pPr>
              <a:defRPr/>
            </a:pPr>
            <a:fld id="{D59A6A4B-46E3-43DE-99F2-D9A5AD28FA7D}" type="slidenum">
              <a:rPr lang="es-ES" altLang="es-ES" smtClean="0"/>
              <a:pPr>
                <a:defRPr/>
              </a:pPr>
              <a:t>‹Nº›</a:t>
            </a:fld>
            <a:endParaRPr lang="es-ES" altLang="es-ES"/>
          </a:p>
        </p:txBody>
      </p:sp>
    </p:spTree>
    <p:extLst>
      <p:ext uri="{BB962C8B-B14F-4D97-AF65-F5344CB8AC3E}">
        <p14:creationId xmlns:p14="http://schemas.microsoft.com/office/powerpoint/2010/main" val="182867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218375-3515-8CF7-A0B5-679E05E7E89B}"/>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22EEB4A-1233-20FC-8C95-19293F1F65E2}"/>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0785E1D-99AB-3BFD-CBA4-4E6A48C867A4}"/>
              </a:ext>
            </a:extLst>
          </p:cNvPr>
          <p:cNvSpPr>
            <a:spLocks noGrp="1"/>
          </p:cNvSpPr>
          <p:nvPr>
            <p:ph type="dt" sz="half" idx="10"/>
          </p:nvPr>
        </p:nvSpPr>
        <p:spPr/>
        <p:txBody>
          <a:bodyPr/>
          <a:lstStyle/>
          <a:p>
            <a:pPr>
              <a:defRPr/>
            </a:pPr>
            <a:fld id="{95A91B64-9426-4E90-BEEB-721E9A22D2B8}" type="datetime1">
              <a:rPr lang="es-ES" smtClean="0"/>
              <a:t>06/11/2025</a:t>
            </a:fld>
            <a:endParaRPr lang="es-ES"/>
          </a:p>
        </p:txBody>
      </p:sp>
      <p:sp>
        <p:nvSpPr>
          <p:cNvPr id="5" name="Marcador de pie de página 4">
            <a:extLst>
              <a:ext uri="{FF2B5EF4-FFF2-40B4-BE49-F238E27FC236}">
                <a16:creationId xmlns:a16="http://schemas.microsoft.com/office/drawing/2014/main" id="{887883AB-A037-EA67-8CED-04F18C1745C8}"/>
              </a:ext>
            </a:extLst>
          </p:cNvPr>
          <p:cNvSpPr>
            <a:spLocks noGrp="1"/>
          </p:cNvSpPr>
          <p:nvPr>
            <p:ph type="ftr" sz="quarter" idx="11"/>
          </p:nvPr>
        </p:nvSpPr>
        <p:spPr/>
        <p:txBody>
          <a:bodyPr/>
          <a:lstStyle/>
          <a:p>
            <a:pPr>
              <a:defRPr/>
            </a:pPr>
            <a:r>
              <a:rPr lang="es-ES"/>
              <a:t>Luis Herrero de Cos</a:t>
            </a:r>
          </a:p>
        </p:txBody>
      </p:sp>
      <p:sp>
        <p:nvSpPr>
          <p:cNvPr id="6" name="Marcador de número de diapositiva 5">
            <a:extLst>
              <a:ext uri="{FF2B5EF4-FFF2-40B4-BE49-F238E27FC236}">
                <a16:creationId xmlns:a16="http://schemas.microsoft.com/office/drawing/2014/main" id="{57E7B45A-74D5-806C-3D3E-C604F3141C14}"/>
              </a:ext>
            </a:extLst>
          </p:cNvPr>
          <p:cNvSpPr>
            <a:spLocks noGrp="1"/>
          </p:cNvSpPr>
          <p:nvPr>
            <p:ph type="sldNum" sz="quarter" idx="12"/>
          </p:nvPr>
        </p:nvSpPr>
        <p:spPr/>
        <p:txBody>
          <a:bodyPr/>
          <a:lstStyle/>
          <a:p>
            <a:pPr>
              <a:defRPr/>
            </a:pPr>
            <a:fld id="{527D32DB-BE70-4106-939D-9CDC3BCAEBA7}" type="slidenum">
              <a:rPr lang="es-ES" altLang="es-ES" smtClean="0"/>
              <a:pPr>
                <a:defRPr/>
              </a:pPr>
              <a:t>‹Nº›</a:t>
            </a:fld>
            <a:endParaRPr lang="es-ES" altLang="es-ES"/>
          </a:p>
        </p:txBody>
      </p:sp>
    </p:spTree>
    <p:extLst>
      <p:ext uri="{BB962C8B-B14F-4D97-AF65-F5344CB8AC3E}">
        <p14:creationId xmlns:p14="http://schemas.microsoft.com/office/powerpoint/2010/main" val="344398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5F8F5A-8786-4E6A-02E6-336336A7C03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9A257D1-90E3-E053-5888-42984660C6E6}"/>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6528C69D-FBEF-3064-16D1-8F4A1A079928}"/>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32D57A0B-CC2C-AF5F-93AD-FE9F330F28DC}"/>
              </a:ext>
            </a:extLst>
          </p:cNvPr>
          <p:cNvSpPr>
            <a:spLocks noGrp="1"/>
          </p:cNvSpPr>
          <p:nvPr>
            <p:ph type="dt" sz="half" idx="10"/>
          </p:nvPr>
        </p:nvSpPr>
        <p:spPr/>
        <p:txBody>
          <a:bodyPr/>
          <a:lstStyle/>
          <a:p>
            <a:pPr>
              <a:defRPr/>
            </a:pPr>
            <a:fld id="{8EE270AE-6EC4-44CF-8BF6-310B3AC42212}" type="datetime1">
              <a:rPr lang="es-ES" smtClean="0"/>
              <a:t>06/11/2025</a:t>
            </a:fld>
            <a:endParaRPr lang="es-ES"/>
          </a:p>
        </p:txBody>
      </p:sp>
      <p:sp>
        <p:nvSpPr>
          <p:cNvPr id="6" name="Marcador de pie de página 5">
            <a:extLst>
              <a:ext uri="{FF2B5EF4-FFF2-40B4-BE49-F238E27FC236}">
                <a16:creationId xmlns:a16="http://schemas.microsoft.com/office/drawing/2014/main" id="{C94F1C7F-196C-045B-6FC9-CEA6C8D7F827}"/>
              </a:ext>
            </a:extLst>
          </p:cNvPr>
          <p:cNvSpPr>
            <a:spLocks noGrp="1"/>
          </p:cNvSpPr>
          <p:nvPr>
            <p:ph type="ftr" sz="quarter" idx="11"/>
          </p:nvPr>
        </p:nvSpPr>
        <p:spPr/>
        <p:txBody>
          <a:bodyPr/>
          <a:lstStyle/>
          <a:p>
            <a:pPr>
              <a:defRPr/>
            </a:pPr>
            <a:r>
              <a:rPr lang="es-ES"/>
              <a:t>Luis Herrero de Cos</a:t>
            </a:r>
          </a:p>
        </p:txBody>
      </p:sp>
      <p:sp>
        <p:nvSpPr>
          <p:cNvPr id="7" name="Marcador de número de diapositiva 6">
            <a:extLst>
              <a:ext uri="{FF2B5EF4-FFF2-40B4-BE49-F238E27FC236}">
                <a16:creationId xmlns:a16="http://schemas.microsoft.com/office/drawing/2014/main" id="{11D860E2-013B-B5BA-9AB8-AF44D289123B}"/>
              </a:ext>
            </a:extLst>
          </p:cNvPr>
          <p:cNvSpPr>
            <a:spLocks noGrp="1"/>
          </p:cNvSpPr>
          <p:nvPr>
            <p:ph type="sldNum" sz="quarter" idx="12"/>
          </p:nvPr>
        </p:nvSpPr>
        <p:spPr/>
        <p:txBody>
          <a:bodyPr/>
          <a:lstStyle/>
          <a:p>
            <a:pPr>
              <a:defRPr/>
            </a:pPr>
            <a:fld id="{6644E08B-D10D-4B47-9A7B-373C9F0051C9}" type="slidenum">
              <a:rPr lang="es-ES" altLang="es-ES" smtClean="0"/>
              <a:pPr>
                <a:defRPr/>
              </a:pPr>
              <a:t>‹Nº›</a:t>
            </a:fld>
            <a:endParaRPr lang="es-ES" altLang="es-ES"/>
          </a:p>
        </p:txBody>
      </p:sp>
    </p:spTree>
    <p:extLst>
      <p:ext uri="{BB962C8B-B14F-4D97-AF65-F5344CB8AC3E}">
        <p14:creationId xmlns:p14="http://schemas.microsoft.com/office/powerpoint/2010/main" val="3897826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A2D505-56BA-7C81-39EA-9143A7CC259B}"/>
              </a:ext>
            </a:extLst>
          </p:cNvPr>
          <p:cNvSpPr>
            <a:spLocks noGrp="1"/>
          </p:cNvSpPr>
          <p:nvPr>
            <p:ph type="title"/>
          </p:nvPr>
        </p:nvSpPr>
        <p:spPr>
          <a:xfrm>
            <a:off x="629841" y="365126"/>
            <a:ext cx="78867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C8A065B-A75B-3C35-F8E6-55F58403C42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E2C040D-169B-B4CE-1481-BD081B3EDDFD}"/>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E73F509C-2FDC-47C0-A81A-EEC6539586E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7AE02A1-B53F-5F86-5350-672074643B5B}"/>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DC704A55-F439-AC70-46C4-2F7896F79368}"/>
              </a:ext>
            </a:extLst>
          </p:cNvPr>
          <p:cNvSpPr>
            <a:spLocks noGrp="1"/>
          </p:cNvSpPr>
          <p:nvPr>
            <p:ph type="dt" sz="half" idx="10"/>
          </p:nvPr>
        </p:nvSpPr>
        <p:spPr/>
        <p:txBody>
          <a:bodyPr/>
          <a:lstStyle/>
          <a:p>
            <a:pPr>
              <a:defRPr/>
            </a:pPr>
            <a:fld id="{3D25626F-1ABB-4233-A963-1001A1C4C986}" type="datetime1">
              <a:rPr lang="es-ES" smtClean="0"/>
              <a:t>06/11/2025</a:t>
            </a:fld>
            <a:endParaRPr lang="es-ES"/>
          </a:p>
        </p:txBody>
      </p:sp>
      <p:sp>
        <p:nvSpPr>
          <p:cNvPr id="8" name="Marcador de pie de página 7">
            <a:extLst>
              <a:ext uri="{FF2B5EF4-FFF2-40B4-BE49-F238E27FC236}">
                <a16:creationId xmlns:a16="http://schemas.microsoft.com/office/drawing/2014/main" id="{9BB321AE-0047-A2F9-6CD4-219EE83100FA}"/>
              </a:ext>
            </a:extLst>
          </p:cNvPr>
          <p:cNvSpPr>
            <a:spLocks noGrp="1"/>
          </p:cNvSpPr>
          <p:nvPr>
            <p:ph type="ftr" sz="quarter" idx="11"/>
          </p:nvPr>
        </p:nvSpPr>
        <p:spPr/>
        <p:txBody>
          <a:bodyPr/>
          <a:lstStyle/>
          <a:p>
            <a:pPr>
              <a:defRPr/>
            </a:pPr>
            <a:r>
              <a:rPr lang="es-ES"/>
              <a:t>Luis Herrero de Cos</a:t>
            </a:r>
          </a:p>
        </p:txBody>
      </p:sp>
      <p:sp>
        <p:nvSpPr>
          <p:cNvPr id="9" name="Marcador de número de diapositiva 8">
            <a:extLst>
              <a:ext uri="{FF2B5EF4-FFF2-40B4-BE49-F238E27FC236}">
                <a16:creationId xmlns:a16="http://schemas.microsoft.com/office/drawing/2014/main" id="{7DABC2E5-5AA9-3D2E-9BAD-EC26B2EC6FBF}"/>
              </a:ext>
            </a:extLst>
          </p:cNvPr>
          <p:cNvSpPr>
            <a:spLocks noGrp="1"/>
          </p:cNvSpPr>
          <p:nvPr>
            <p:ph type="sldNum" sz="quarter" idx="12"/>
          </p:nvPr>
        </p:nvSpPr>
        <p:spPr/>
        <p:txBody>
          <a:bodyPr/>
          <a:lstStyle/>
          <a:p>
            <a:pPr>
              <a:defRPr/>
            </a:pPr>
            <a:fld id="{6644E08B-D10D-4B47-9A7B-373C9F0051C9}" type="slidenum">
              <a:rPr lang="es-ES" altLang="es-ES" smtClean="0"/>
              <a:pPr>
                <a:defRPr/>
              </a:pPr>
              <a:t>‹Nº›</a:t>
            </a:fld>
            <a:endParaRPr lang="es-ES" altLang="es-ES"/>
          </a:p>
        </p:txBody>
      </p:sp>
    </p:spTree>
    <p:extLst>
      <p:ext uri="{BB962C8B-B14F-4D97-AF65-F5344CB8AC3E}">
        <p14:creationId xmlns:p14="http://schemas.microsoft.com/office/powerpoint/2010/main" val="110623005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C555DD-C2A8-50E9-BE12-1879C13DD095}"/>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4A537E6A-1B04-04A0-0750-1D1D3D22C58C}"/>
              </a:ext>
            </a:extLst>
          </p:cNvPr>
          <p:cNvSpPr>
            <a:spLocks noGrp="1"/>
          </p:cNvSpPr>
          <p:nvPr>
            <p:ph type="dt" sz="half" idx="10"/>
          </p:nvPr>
        </p:nvSpPr>
        <p:spPr/>
        <p:txBody>
          <a:bodyPr/>
          <a:lstStyle/>
          <a:p>
            <a:pPr>
              <a:defRPr/>
            </a:pPr>
            <a:fld id="{F070DB3D-2217-499E-B6D6-7FECB61353D7}" type="datetime1">
              <a:rPr lang="es-ES" smtClean="0"/>
              <a:t>06/11/2025</a:t>
            </a:fld>
            <a:endParaRPr lang="es-ES"/>
          </a:p>
        </p:txBody>
      </p:sp>
      <p:sp>
        <p:nvSpPr>
          <p:cNvPr id="4" name="Marcador de pie de página 3">
            <a:extLst>
              <a:ext uri="{FF2B5EF4-FFF2-40B4-BE49-F238E27FC236}">
                <a16:creationId xmlns:a16="http://schemas.microsoft.com/office/drawing/2014/main" id="{9A229C6C-8D61-FFC9-4EC2-F4D66D9584D4}"/>
              </a:ext>
            </a:extLst>
          </p:cNvPr>
          <p:cNvSpPr>
            <a:spLocks noGrp="1"/>
          </p:cNvSpPr>
          <p:nvPr>
            <p:ph type="ftr" sz="quarter" idx="11"/>
          </p:nvPr>
        </p:nvSpPr>
        <p:spPr/>
        <p:txBody>
          <a:bodyPr/>
          <a:lstStyle/>
          <a:p>
            <a:pPr>
              <a:defRPr/>
            </a:pPr>
            <a:r>
              <a:rPr lang="es-ES"/>
              <a:t>Luis Herrero de Cos</a:t>
            </a:r>
          </a:p>
        </p:txBody>
      </p:sp>
      <p:sp>
        <p:nvSpPr>
          <p:cNvPr id="5" name="Marcador de número de diapositiva 4">
            <a:extLst>
              <a:ext uri="{FF2B5EF4-FFF2-40B4-BE49-F238E27FC236}">
                <a16:creationId xmlns:a16="http://schemas.microsoft.com/office/drawing/2014/main" id="{A40F7B58-F7F8-CA8A-C02D-DF8C2D0F2890}"/>
              </a:ext>
            </a:extLst>
          </p:cNvPr>
          <p:cNvSpPr>
            <a:spLocks noGrp="1"/>
          </p:cNvSpPr>
          <p:nvPr>
            <p:ph type="sldNum" sz="quarter" idx="12"/>
          </p:nvPr>
        </p:nvSpPr>
        <p:spPr/>
        <p:txBody>
          <a:bodyPr/>
          <a:lstStyle/>
          <a:p>
            <a:pPr>
              <a:defRPr/>
            </a:pPr>
            <a:fld id="{B48AE63A-8C6B-4050-ADD0-06AF8FB88512}" type="slidenum">
              <a:rPr lang="es-ES" altLang="es-ES" smtClean="0"/>
              <a:pPr>
                <a:defRPr/>
              </a:pPr>
              <a:t>‹Nº›</a:t>
            </a:fld>
            <a:endParaRPr lang="es-ES" altLang="es-ES"/>
          </a:p>
        </p:txBody>
      </p:sp>
    </p:spTree>
    <p:extLst>
      <p:ext uri="{BB962C8B-B14F-4D97-AF65-F5344CB8AC3E}">
        <p14:creationId xmlns:p14="http://schemas.microsoft.com/office/powerpoint/2010/main" val="2230478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3D5F63C-23B9-C27E-08AF-BB907EE564A5}"/>
              </a:ext>
            </a:extLst>
          </p:cNvPr>
          <p:cNvSpPr>
            <a:spLocks noGrp="1"/>
          </p:cNvSpPr>
          <p:nvPr>
            <p:ph type="dt" sz="half" idx="10"/>
          </p:nvPr>
        </p:nvSpPr>
        <p:spPr/>
        <p:txBody>
          <a:bodyPr/>
          <a:lstStyle/>
          <a:p>
            <a:pPr>
              <a:defRPr/>
            </a:pPr>
            <a:fld id="{3A4BA6E9-C2AB-475E-B167-F5067E2F98D2}" type="datetime1">
              <a:rPr lang="es-ES" smtClean="0"/>
              <a:t>06/11/2025</a:t>
            </a:fld>
            <a:endParaRPr lang="es-ES"/>
          </a:p>
        </p:txBody>
      </p:sp>
      <p:sp>
        <p:nvSpPr>
          <p:cNvPr id="3" name="Marcador de pie de página 2">
            <a:extLst>
              <a:ext uri="{FF2B5EF4-FFF2-40B4-BE49-F238E27FC236}">
                <a16:creationId xmlns:a16="http://schemas.microsoft.com/office/drawing/2014/main" id="{0A276B0E-AC4C-3475-8531-AC00EB072D45}"/>
              </a:ext>
            </a:extLst>
          </p:cNvPr>
          <p:cNvSpPr>
            <a:spLocks noGrp="1"/>
          </p:cNvSpPr>
          <p:nvPr>
            <p:ph type="ftr" sz="quarter" idx="11"/>
          </p:nvPr>
        </p:nvSpPr>
        <p:spPr/>
        <p:txBody>
          <a:bodyPr/>
          <a:lstStyle/>
          <a:p>
            <a:pPr>
              <a:defRPr/>
            </a:pPr>
            <a:r>
              <a:rPr lang="es-ES"/>
              <a:t>Luis Herrero de Cos</a:t>
            </a:r>
          </a:p>
        </p:txBody>
      </p:sp>
      <p:sp>
        <p:nvSpPr>
          <p:cNvPr id="4" name="Marcador de número de diapositiva 3">
            <a:extLst>
              <a:ext uri="{FF2B5EF4-FFF2-40B4-BE49-F238E27FC236}">
                <a16:creationId xmlns:a16="http://schemas.microsoft.com/office/drawing/2014/main" id="{D7A74016-6414-1F04-E700-A4A3A9E3DC4D}"/>
              </a:ext>
            </a:extLst>
          </p:cNvPr>
          <p:cNvSpPr>
            <a:spLocks noGrp="1"/>
          </p:cNvSpPr>
          <p:nvPr>
            <p:ph type="sldNum" sz="quarter" idx="12"/>
          </p:nvPr>
        </p:nvSpPr>
        <p:spPr/>
        <p:txBody>
          <a:bodyPr/>
          <a:lstStyle/>
          <a:p>
            <a:pPr>
              <a:defRPr/>
            </a:pPr>
            <a:fld id="{82668D0A-DA1D-4814-A0B9-BD2E369BEDFD}" type="slidenum">
              <a:rPr lang="es-ES" altLang="es-ES" smtClean="0"/>
              <a:pPr>
                <a:defRPr/>
              </a:pPr>
              <a:t>‹Nº›</a:t>
            </a:fld>
            <a:endParaRPr lang="es-ES" altLang="es-ES"/>
          </a:p>
        </p:txBody>
      </p:sp>
    </p:spTree>
    <p:extLst>
      <p:ext uri="{BB962C8B-B14F-4D97-AF65-F5344CB8AC3E}">
        <p14:creationId xmlns:p14="http://schemas.microsoft.com/office/powerpoint/2010/main" val="1583756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EF07A5-A32A-6022-5AB9-A70AAE9822E3}"/>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AD5DCD8-DDE2-8916-6618-3BB217A014B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D3529AB-5605-D299-BFDE-50F8FBF29D2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6A81C47-B621-BA7D-2371-C655BB2736F8}"/>
              </a:ext>
            </a:extLst>
          </p:cNvPr>
          <p:cNvSpPr>
            <a:spLocks noGrp="1"/>
          </p:cNvSpPr>
          <p:nvPr>
            <p:ph type="dt" sz="half" idx="10"/>
          </p:nvPr>
        </p:nvSpPr>
        <p:spPr/>
        <p:txBody>
          <a:bodyPr/>
          <a:lstStyle/>
          <a:p>
            <a:pPr>
              <a:defRPr/>
            </a:pPr>
            <a:fld id="{35D04A60-C7CB-48E8-8D1D-D1DC12EB8496}" type="datetime1">
              <a:rPr lang="es-ES" smtClean="0"/>
              <a:t>06/11/2025</a:t>
            </a:fld>
            <a:endParaRPr lang="es-ES"/>
          </a:p>
        </p:txBody>
      </p:sp>
      <p:sp>
        <p:nvSpPr>
          <p:cNvPr id="6" name="Marcador de pie de página 5">
            <a:extLst>
              <a:ext uri="{FF2B5EF4-FFF2-40B4-BE49-F238E27FC236}">
                <a16:creationId xmlns:a16="http://schemas.microsoft.com/office/drawing/2014/main" id="{AD44D4AE-2BCB-5951-DB5C-C318E6CAE7D4}"/>
              </a:ext>
            </a:extLst>
          </p:cNvPr>
          <p:cNvSpPr>
            <a:spLocks noGrp="1"/>
          </p:cNvSpPr>
          <p:nvPr>
            <p:ph type="ftr" sz="quarter" idx="11"/>
          </p:nvPr>
        </p:nvSpPr>
        <p:spPr/>
        <p:txBody>
          <a:bodyPr/>
          <a:lstStyle/>
          <a:p>
            <a:pPr>
              <a:defRPr/>
            </a:pPr>
            <a:r>
              <a:rPr lang="es-ES"/>
              <a:t>Luis Herrero de Cos</a:t>
            </a:r>
          </a:p>
        </p:txBody>
      </p:sp>
      <p:sp>
        <p:nvSpPr>
          <p:cNvPr id="7" name="Marcador de número de diapositiva 6">
            <a:extLst>
              <a:ext uri="{FF2B5EF4-FFF2-40B4-BE49-F238E27FC236}">
                <a16:creationId xmlns:a16="http://schemas.microsoft.com/office/drawing/2014/main" id="{359B41C7-F6C8-6C6C-350A-B00799B38E60}"/>
              </a:ext>
            </a:extLst>
          </p:cNvPr>
          <p:cNvSpPr>
            <a:spLocks noGrp="1"/>
          </p:cNvSpPr>
          <p:nvPr>
            <p:ph type="sldNum" sz="quarter" idx="12"/>
          </p:nvPr>
        </p:nvSpPr>
        <p:spPr/>
        <p:txBody>
          <a:bodyPr/>
          <a:lstStyle/>
          <a:p>
            <a:pPr>
              <a:defRPr/>
            </a:pPr>
            <a:fld id="{E1A0DE63-AAB7-4938-B084-86A512AF5510}" type="slidenum">
              <a:rPr lang="es-ES" altLang="es-ES" smtClean="0"/>
              <a:pPr>
                <a:defRPr/>
              </a:pPr>
              <a:t>‹Nº›</a:t>
            </a:fld>
            <a:endParaRPr lang="es-ES" altLang="es-ES"/>
          </a:p>
        </p:txBody>
      </p:sp>
    </p:spTree>
    <p:extLst>
      <p:ext uri="{BB962C8B-B14F-4D97-AF65-F5344CB8AC3E}">
        <p14:creationId xmlns:p14="http://schemas.microsoft.com/office/powerpoint/2010/main" val="3331510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F40A95-8A2E-273E-E824-044B351956B5}"/>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CFEC6C36-7FD6-43E7-FC9D-704439A620C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ES"/>
          </a:p>
        </p:txBody>
      </p:sp>
      <p:sp>
        <p:nvSpPr>
          <p:cNvPr id="4" name="Marcador de texto 3">
            <a:extLst>
              <a:ext uri="{FF2B5EF4-FFF2-40B4-BE49-F238E27FC236}">
                <a16:creationId xmlns:a16="http://schemas.microsoft.com/office/drawing/2014/main" id="{B11E0616-543E-BBE9-6A2C-EAE36B18AA4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5D6301B-F200-A83E-04AA-16E67AC1DCC6}"/>
              </a:ext>
            </a:extLst>
          </p:cNvPr>
          <p:cNvSpPr>
            <a:spLocks noGrp="1"/>
          </p:cNvSpPr>
          <p:nvPr>
            <p:ph type="dt" sz="half" idx="10"/>
          </p:nvPr>
        </p:nvSpPr>
        <p:spPr/>
        <p:txBody>
          <a:bodyPr/>
          <a:lstStyle/>
          <a:p>
            <a:pPr>
              <a:defRPr/>
            </a:pPr>
            <a:fld id="{1117E230-65DB-478C-B035-5EE5F3245524}" type="datetime1">
              <a:rPr lang="es-ES" smtClean="0"/>
              <a:t>06/11/2025</a:t>
            </a:fld>
            <a:endParaRPr lang="es-ES"/>
          </a:p>
        </p:txBody>
      </p:sp>
      <p:sp>
        <p:nvSpPr>
          <p:cNvPr id="6" name="Marcador de pie de página 5">
            <a:extLst>
              <a:ext uri="{FF2B5EF4-FFF2-40B4-BE49-F238E27FC236}">
                <a16:creationId xmlns:a16="http://schemas.microsoft.com/office/drawing/2014/main" id="{0D21543D-7087-3109-9869-8F97152ED710}"/>
              </a:ext>
            </a:extLst>
          </p:cNvPr>
          <p:cNvSpPr>
            <a:spLocks noGrp="1"/>
          </p:cNvSpPr>
          <p:nvPr>
            <p:ph type="ftr" sz="quarter" idx="11"/>
          </p:nvPr>
        </p:nvSpPr>
        <p:spPr/>
        <p:txBody>
          <a:bodyPr/>
          <a:lstStyle/>
          <a:p>
            <a:pPr>
              <a:defRPr/>
            </a:pPr>
            <a:r>
              <a:rPr lang="es-ES"/>
              <a:t>Luis Herrero de Cos</a:t>
            </a:r>
          </a:p>
        </p:txBody>
      </p:sp>
      <p:sp>
        <p:nvSpPr>
          <p:cNvPr id="7" name="Marcador de número de diapositiva 6">
            <a:extLst>
              <a:ext uri="{FF2B5EF4-FFF2-40B4-BE49-F238E27FC236}">
                <a16:creationId xmlns:a16="http://schemas.microsoft.com/office/drawing/2014/main" id="{1431C70A-20B2-4F79-9DFC-CA8C34A1C6C9}"/>
              </a:ext>
            </a:extLst>
          </p:cNvPr>
          <p:cNvSpPr>
            <a:spLocks noGrp="1"/>
          </p:cNvSpPr>
          <p:nvPr>
            <p:ph type="sldNum" sz="quarter" idx="12"/>
          </p:nvPr>
        </p:nvSpPr>
        <p:spPr/>
        <p:txBody>
          <a:bodyPr/>
          <a:lstStyle/>
          <a:p>
            <a:pPr>
              <a:defRPr/>
            </a:pPr>
            <a:fld id="{E28453F8-7A8B-482B-912B-1D97498DEB72}" type="slidenum">
              <a:rPr lang="es-ES" altLang="es-ES" smtClean="0"/>
              <a:pPr>
                <a:defRPr/>
              </a:pPr>
              <a:t>‹Nº›</a:t>
            </a:fld>
            <a:endParaRPr lang="es-ES" altLang="es-ES"/>
          </a:p>
        </p:txBody>
      </p:sp>
    </p:spTree>
    <p:extLst>
      <p:ext uri="{BB962C8B-B14F-4D97-AF65-F5344CB8AC3E}">
        <p14:creationId xmlns:p14="http://schemas.microsoft.com/office/powerpoint/2010/main" val="3889164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91D4B3-8BA1-1D48-9346-C63D5DC59EED}"/>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A77D587-847C-65A3-97DA-C2BECA2DF52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80662A0-F829-4DBE-20C2-35B27D76EC60}"/>
              </a:ext>
            </a:extLst>
          </p:cNvPr>
          <p:cNvSpPr>
            <a:spLocks noGrp="1"/>
          </p:cNvSpPr>
          <p:nvPr>
            <p:ph type="dt" sz="half" idx="10"/>
          </p:nvPr>
        </p:nvSpPr>
        <p:spPr/>
        <p:txBody>
          <a:bodyPr/>
          <a:lstStyle/>
          <a:p>
            <a:pPr>
              <a:defRPr/>
            </a:pPr>
            <a:fld id="{6D57A00D-7FCA-4111-A9D4-20AF6190B5BF}" type="datetime1">
              <a:rPr lang="es-ES" smtClean="0"/>
              <a:t>06/11/2025</a:t>
            </a:fld>
            <a:endParaRPr lang="es-ES"/>
          </a:p>
        </p:txBody>
      </p:sp>
      <p:sp>
        <p:nvSpPr>
          <p:cNvPr id="5" name="Marcador de pie de página 4">
            <a:extLst>
              <a:ext uri="{FF2B5EF4-FFF2-40B4-BE49-F238E27FC236}">
                <a16:creationId xmlns:a16="http://schemas.microsoft.com/office/drawing/2014/main" id="{F801AAFA-7FF4-E4E4-DD5B-F7FCBE144630}"/>
              </a:ext>
            </a:extLst>
          </p:cNvPr>
          <p:cNvSpPr>
            <a:spLocks noGrp="1"/>
          </p:cNvSpPr>
          <p:nvPr>
            <p:ph type="ftr" sz="quarter" idx="11"/>
          </p:nvPr>
        </p:nvSpPr>
        <p:spPr/>
        <p:txBody>
          <a:bodyPr/>
          <a:lstStyle/>
          <a:p>
            <a:pPr>
              <a:defRPr/>
            </a:pPr>
            <a:r>
              <a:rPr lang="es-ES"/>
              <a:t>Luis Herrero de Cos</a:t>
            </a:r>
          </a:p>
        </p:txBody>
      </p:sp>
      <p:sp>
        <p:nvSpPr>
          <p:cNvPr id="6" name="Marcador de número de diapositiva 5">
            <a:extLst>
              <a:ext uri="{FF2B5EF4-FFF2-40B4-BE49-F238E27FC236}">
                <a16:creationId xmlns:a16="http://schemas.microsoft.com/office/drawing/2014/main" id="{1EDBE553-6761-C9A9-4793-CB4A73A2E373}"/>
              </a:ext>
            </a:extLst>
          </p:cNvPr>
          <p:cNvSpPr>
            <a:spLocks noGrp="1"/>
          </p:cNvSpPr>
          <p:nvPr>
            <p:ph type="sldNum" sz="quarter" idx="12"/>
          </p:nvPr>
        </p:nvSpPr>
        <p:spPr/>
        <p:txBody>
          <a:bodyPr/>
          <a:lstStyle/>
          <a:p>
            <a:pPr>
              <a:defRPr/>
            </a:pPr>
            <a:fld id="{C763A265-BC64-4D08-B5EA-F28C693F0368}" type="slidenum">
              <a:rPr lang="es-ES" altLang="es-ES" smtClean="0"/>
              <a:pPr>
                <a:defRPr/>
              </a:pPr>
              <a:t>‹Nº›</a:t>
            </a:fld>
            <a:endParaRPr lang="es-ES" altLang="es-ES"/>
          </a:p>
        </p:txBody>
      </p:sp>
    </p:spTree>
    <p:extLst>
      <p:ext uri="{BB962C8B-B14F-4D97-AF65-F5344CB8AC3E}">
        <p14:creationId xmlns:p14="http://schemas.microsoft.com/office/powerpoint/2010/main" val="2226035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3F1C2A-B6E0-6DDF-7439-CAC2D57FA1EE}"/>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3F11032-5145-6607-7AA8-E0CC91737EC7}"/>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83C78C9-15A9-8518-A5DE-29CBFBBD3913}"/>
              </a:ext>
            </a:extLst>
          </p:cNvPr>
          <p:cNvSpPr>
            <a:spLocks noGrp="1"/>
          </p:cNvSpPr>
          <p:nvPr>
            <p:ph type="dt" sz="half" idx="10"/>
          </p:nvPr>
        </p:nvSpPr>
        <p:spPr/>
        <p:txBody>
          <a:bodyPr/>
          <a:lstStyle/>
          <a:p>
            <a:pPr>
              <a:defRPr/>
            </a:pPr>
            <a:fld id="{2A958382-58C7-4DB4-96AF-868E02D1D130}" type="datetime1">
              <a:rPr lang="es-ES" smtClean="0"/>
              <a:t>06/11/2025</a:t>
            </a:fld>
            <a:endParaRPr lang="es-ES"/>
          </a:p>
        </p:txBody>
      </p:sp>
      <p:sp>
        <p:nvSpPr>
          <p:cNvPr id="5" name="Marcador de pie de página 4">
            <a:extLst>
              <a:ext uri="{FF2B5EF4-FFF2-40B4-BE49-F238E27FC236}">
                <a16:creationId xmlns:a16="http://schemas.microsoft.com/office/drawing/2014/main" id="{A9FC8933-3004-0927-97BE-1B7318D2833B}"/>
              </a:ext>
            </a:extLst>
          </p:cNvPr>
          <p:cNvSpPr>
            <a:spLocks noGrp="1"/>
          </p:cNvSpPr>
          <p:nvPr>
            <p:ph type="ftr" sz="quarter" idx="11"/>
          </p:nvPr>
        </p:nvSpPr>
        <p:spPr/>
        <p:txBody>
          <a:bodyPr/>
          <a:lstStyle/>
          <a:p>
            <a:pPr>
              <a:defRPr/>
            </a:pPr>
            <a:r>
              <a:rPr lang="es-ES"/>
              <a:t>Luis Herrero de Cos</a:t>
            </a:r>
          </a:p>
        </p:txBody>
      </p:sp>
      <p:sp>
        <p:nvSpPr>
          <p:cNvPr id="6" name="Marcador de número de diapositiva 5">
            <a:extLst>
              <a:ext uri="{FF2B5EF4-FFF2-40B4-BE49-F238E27FC236}">
                <a16:creationId xmlns:a16="http://schemas.microsoft.com/office/drawing/2014/main" id="{4B0B2507-F5B0-6B2C-960F-54D361AE4514}"/>
              </a:ext>
            </a:extLst>
          </p:cNvPr>
          <p:cNvSpPr>
            <a:spLocks noGrp="1"/>
          </p:cNvSpPr>
          <p:nvPr>
            <p:ph type="sldNum" sz="quarter" idx="12"/>
          </p:nvPr>
        </p:nvSpPr>
        <p:spPr/>
        <p:txBody>
          <a:bodyPr/>
          <a:lstStyle/>
          <a:p>
            <a:pPr>
              <a:defRPr/>
            </a:pPr>
            <a:fld id="{4CE0BCED-06FB-4976-B9E7-0B2A1E8430A4}" type="slidenum">
              <a:rPr lang="es-ES" altLang="es-ES" smtClean="0"/>
              <a:pPr>
                <a:defRPr/>
              </a:pPr>
              <a:t>‹Nº›</a:t>
            </a:fld>
            <a:endParaRPr lang="es-ES" altLang="es-ES"/>
          </a:p>
        </p:txBody>
      </p:sp>
    </p:spTree>
    <p:extLst>
      <p:ext uri="{BB962C8B-B14F-4D97-AF65-F5344CB8AC3E}">
        <p14:creationId xmlns:p14="http://schemas.microsoft.com/office/powerpoint/2010/main" val="3076783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Título 7">
            <a:extLst>
              <a:ext uri="{FF2B5EF4-FFF2-40B4-BE49-F238E27FC236}">
                <a16:creationId xmlns:a16="http://schemas.microsoft.com/office/drawing/2014/main" id="{10600B3C-4FA3-41CB-8E44-18A63BBEE71B}"/>
              </a:ext>
            </a:extLst>
          </p:cNvPr>
          <p:cNvSpPr>
            <a:spLocks noGrp="1"/>
          </p:cNvSpPr>
          <p:nvPr>
            <p:ph type="title"/>
          </p:nvPr>
        </p:nvSpPr>
        <p:spPr/>
        <p:txBody>
          <a:bodyPr/>
          <a:lstStyle/>
          <a:p>
            <a:r>
              <a:rPr lang="es-ES"/>
              <a:t>Haga clic para modificar el estilo de título del patrón</a:t>
            </a:r>
          </a:p>
        </p:txBody>
      </p:sp>
      <p:sp>
        <p:nvSpPr>
          <p:cNvPr id="12" name="Marcador de fecha 11">
            <a:extLst>
              <a:ext uri="{FF2B5EF4-FFF2-40B4-BE49-F238E27FC236}">
                <a16:creationId xmlns:a16="http://schemas.microsoft.com/office/drawing/2014/main" id="{F7CFEC5A-E8E0-4AAE-BA9B-C8E4CA420625}"/>
              </a:ext>
            </a:extLst>
          </p:cNvPr>
          <p:cNvSpPr>
            <a:spLocks noGrp="1"/>
          </p:cNvSpPr>
          <p:nvPr>
            <p:ph type="dt" sz="half" idx="10"/>
          </p:nvPr>
        </p:nvSpPr>
        <p:spPr/>
        <p:txBody>
          <a:bodyPr/>
          <a:lstStyle/>
          <a:p>
            <a:pPr>
              <a:defRPr/>
            </a:pPr>
            <a:fld id="{8EE270AE-6EC4-44CF-8BF6-310B3AC42212}" type="datetime1">
              <a:rPr lang="es-ES" smtClean="0"/>
              <a:t>06/11/2025</a:t>
            </a:fld>
            <a:endParaRPr lang="es-ES"/>
          </a:p>
        </p:txBody>
      </p:sp>
      <p:sp>
        <p:nvSpPr>
          <p:cNvPr id="13" name="Marcador de pie de página 12">
            <a:extLst>
              <a:ext uri="{FF2B5EF4-FFF2-40B4-BE49-F238E27FC236}">
                <a16:creationId xmlns:a16="http://schemas.microsoft.com/office/drawing/2014/main" id="{EBE6D877-9128-42F6-81D5-21758B63893D}"/>
              </a:ext>
            </a:extLst>
          </p:cNvPr>
          <p:cNvSpPr>
            <a:spLocks noGrp="1"/>
          </p:cNvSpPr>
          <p:nvPr>
            <p:ph type="ftr" sz="quarter" idx="11"/>
          </p:nvPr>
        </p:nvSpPr>
        <p:spPr/>
        <p:txBody>
          <a:bodyPr/>
          <a:lstStyle/>
          <a:p>
            <a:pPr>
              <a:defRPr/>
            </a:pPr>
            <a:r>
              <a:rPr lang="es-ES"/>
              <a:t>Luis Herrero de Cos</a:t>
            </a:r>
          </a:p>
        </p:txBody>
      </p:sp>
      <p:sp>
        <p:nvSpPr>
          <p:cNvPr id="14" name="Marcador de número de diapositiva 13">
            <a:extLst>
              <a:ext uri="{FF2B5EF4-FFF2-40B4-BE49-F238E27FC236}">
                <a16:creationId xmlns:a16="http://schemas.microsoft.com/office/drawing/2014/main" id="{2817E252-47CC-4CE9-9B1C-DFD30ECFCFEA}"/>
              </a:ext>
            </a:extLst>
          </p:cNvPr>
          <p:cNvSpPr>
            <a:spLocks noGrp="1"/>
          </p:cNvSpPr>
          <p:nvPr>
            <p:ph type="sldNum" sz="quarter" idx="12"/>
          </p:nvPr>
        </p:nvSpPr>
        <p:spPr/>
        <p:txBody>
          <a:bodyPr/>
          <a:lstStyle/>
          <a:p>
            <a:pPr>
              <a:defRPr/>
            </a:pPr>
            <a:fld id="{6644E08B-D10D-4B47-9A7B-373C9F0051C9}" type="slidenum">
              <a:rPr lang="es-ES" altLang="es-ES" smtClean="0"/>
              <a:pPr>
                <a:defRPr/>
              </a:pPr>
              <a:t>‹Nº›</a:t>
            </a:fld>
            <a:endParaRPr lang="es-ES" altLang="es-ES"/>
          </a:p>
        </p:txBody>
      </p:sp>
    </p:spTree>
    <p:extLst>
      <p:ext uri="{BB962C8B-B14F-4D97-AF65-F5344CB8AC3E}">
        <p14:creationId xmlns:p14="http://schemas.microsoft.com/office/powerpoint/2010/main" val="1724292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072B6DC-47A3-6E3E-A3DE-38A3C80F330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B8C888AA-D88A-29C0-0B3E-3BC37DDF7E1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BE73D67-0400-3B92-24DC-F7D885ED52C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fld id="{3D25626F-1ABB-4233-A963-1001A1C4C986}" type="datetime1">
              <a:rPr lang="es-ES" smtClean="0"/>
              <a:t>06/11/2025</a:t>
            </a:fld>
            <a:endParaRPr lang="es-ES"/>
          </a:p>
        </p:txBody>
      </p:sp>
      <p:sp>
        <p:nvSpPr>
          <p:cNvPr id="5" name="Marcador de pie de página 4">
            <a:extLst>
              <a:ext uri="{FF2B5EF4-FFF2-40B4-BE49-F238E27FC236}">
                <a16:creationId xmlns:a16="http://schemas.microsoft.com/office/drawing/2014/main" id="{0CA65963-0B4D-6C45-214B-87D2E1A9D84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r>
              <a:rPr lang="es-ES"/>
              <a:t>Luis Herrero de Cos</a:t>
            </a:r>
          </a:p>
        </p:txBody>
      </p:sp>
      <p:sp>
        <p:nvSpPr>
          <p:cNvPr id="6" name="Marcador de número de diapositiva 5">
            <a:extLst>
              <a:ext uri="{FF2B5EF4-FFF2-40B4-BE49-F238E27FC236}">
                <a16:creationId xmlns:a16="http://schemas.microsoft.com/office/drawing/2014/main" id="{3FFAD3EC-9048-68B4-5F87-9858FF64DD3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defRPr/>
            </a:pPr>
            <a:fld id="{6644E08B-D10D-4B47-9A7B-373C9F0051C9}" type="slidenum">
              <a:rPr lang="es-ES" altLang="es-ES" smtClean="0"/>
              <a:pPr>
                <a:defRPr/>
              </a:pPr>
              <a:t>‹Nº›</a:t>
            </a:fld>
            <a:endParaRPr lang="es-ES" altLang="es-ES"/>
          </a:p>
        </p:txBody>
      </p:sp>
    </p:spTree>
    <p:extLst>
      <p:ext uri="{BB962C8B-B14F-4D97-AF65-F5344CB8AC3E}">
        <p14:creationId xmlns:p14="http://schemas.microsoft.com/office/powerpoint/2010/main" val="2053281374"/>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31"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mailto:mar@edu.es" TargetMode="External"/><Relationship Id="rId2" Type="http://schemas.openxmlformats.org/officeDocument/2006/relationships/hyperlink" Target="mailto:luisp@edu.esjefe2@ecn.es" TargetMode="External"/><Relationship Id="rId1" Type="http://schemas.openxmlformats.org/officeDocument/2006/relationships/slideLayout" Target="../slideLayouts/slideLayout2.xml"/><Relationship Id="rId5" Type="http://schemas.openxmlformats.org/officeDocument/2006/relationships/hyperlink" Target="mailto:joss@edu.es" TargetMode="External"/><Relationship Id="rId4" Type="http://schemas.openxmlformats.org/officeDocument/2006/relationships/hyperlink" Target="mailto:jeft@edu.e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mailto:joss@edu.es"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mailto:jeft@edu.es" TargetMode="External"/><Relationship Id="rId5" Type="http://schemas.openxmlformats.org/officeDocument/2006/relationships/hyperlink" Target="mailto:mar@edu.es" TargetMode="External"/><Relationship Id="rId4" Type="http://schemas.openxmlformats.org/officeDocument/2006/relationships/hyperlink" Target="mailto:luisp@edu.esjefe2@ecn.e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mailto:mar@edu.es" TargetMode="External"/><Relationship Id="rId2" Type="http://schemas.openxmlformats.org/officeDocument/2006/relationships/hyperlink" Target="mailto:luisp@edu.esjefe2@ecn.es" TargetMode="External"/><Relationship Id="rId1" Type="http://schemas.openxmlformats.org/officeDocument/2006/relationships/slideLayout" Target="../slideLayouts/slideLayout2.xml"/><Relationship Id="rId5" Type="http://schemas.openxmlformats.org/officeDocument/2006/relationships/hyperlink" Target="mailto:joss@edu.es" TargetMode="External"/><Relationship Id="rId4" Type="http://schemas.openxmlformats.org/officeDocument/2006/relationships/hyperlink" Target="mailto:jeft@edu.e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mailto:joss@edu.es"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mailto:jeft@edu.es" TargetMode="External"/><Relationship Id="rId5" Type="http://schemas.openxmlformats.org/officeDocument/2006/relationships/hyperlink" Target="mailto:mar@edu.es" TargetMode="External"/><Relationship Id="rId4" Type="http://schemas.openxmlformats.org/officeDocument/2006/relationships/hyperlink" Target="mailto:luisp@edu.esjefe2@ecn.e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91743" y="-15978"/>
            <a:ext cx="5360514" cy="5876916"/>
            <a:chOff x="329184" y="-99107"/>
            <a:chExt cx="524256" cy="5876916"/>
          </a:xfrm>
        </p:grpSpPr>
        <p:cxnSp>
          <p:nvCxnSpPr>
            <p:cNvPr id="12" name="Straight Connector 11">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1055718"/>
            <a:ext cx="8249304"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E1C6801-0991-4A5C-BA87-3C8974E56908}"/>
              </a:ext>
            </a:extLst>
          </p:cNvPr>
          <p:cNvSpPr>
            <a:spLocks noGrp="1"/>
          </p:cNvSpPr>
          <p:nvPr>
            <p:ph type="ctrTitle"/>
          </p:nvPr>
        </p:nvSpPr>
        <p:spPr>
          <a:xfrm>
            <a:off x="1143000" y="1584683"/>
            <a:ext cx="6858000" cy="2551829"/>
          </a:xfrm>
        </p:spPr>
        <p:txBody>
          <a:bodyPr anchor="ctr">
            <a:normAutofit/>
          </a:bodyPr>
          <a:lstStyle/>
          <a:p>
            <a:r>
              <a:rPr lang="es-ES" sz="5700"/>
              <a:t>EJEMPLOS DE NORMALIZACIÓN</a:t>
            </a:r>
          </a:p>
        </p:txBody>
      </p:sp>
      <p:sp>
        <p:nvSpPr>
          <p:cNvPr id="3" name="Subtítulo 2">
            <a:extLst>
              <a:ext uri="{FF2B5EF4-FFF2-40B4-BE49-F238E27FC236}">
                <a16:creationId xmlns:a16="http://schemas.microsoft.com/office/drawing/2014/main" id="{9CBD27E2-2F27-4735-9F8F-D49882E56324}"/>
              </a:ext>
            </a:extLst>
          </p:cNvPr>
          <p:cNvSpPr>
            <a:spLocks noGrp="1"/>
          </p:cNvSpPr>
          <p:nvPr>
            <p:ph type="subTitle" idx="1"/>
          </p:nvPr>
        </p:nvSpPr>
        <p:spPr>
          <a:xfrm>
            <a:off x="1143000" y="5160469"/>
            <a:ext cx="6858000" cy="1182135"/>
          </a:xfrm>
        </p:spPr>
        <p:txBody>
          <a:bodyPr anchor="ctr">
            <a:normAutofit/>
          </a:bodyPr>
          <a:lstStyle/>
          <a:p>
            <a:endParaRPr lang="es-ES" sz="2400" dirty="0">
              <a:effectLst>
                <a:outerShdw blurRad="38100" dist="38100" dir="2700000" algn="tl">
                  <a:srgbClr val="000000">
                    <a:alpha val="43137"/>
                  </a:srgbClr>
                </a:outerShdw>
              </a:effectLst>
            </a:endParaRPr>
          </a:p>
        </p:txBody>
      </p:sp>
      <p:sp>
        <p:nvSpPr>
          <p:cNvPr id="4" name="Marcador de número de diapositiva 3">
            <a:extLst>
              <a:ext uri="{FF2B5EF4-FFF2-40B4-BE49-F238E27FC236}">
                <a16:creationId xmlns:a16="http://schemas.microsoft.com/office/drawing/2014/main" id="{933D07C3-7C50-472B-9F9F-E75AFC25C6AE}"/>
              </a:ext>
            </a:extLst>
          </p:cNvPr>
          <p:cNvSpPr>
            <a:spLocks noGrp="1"/>
          </p:cNvSpPr>
          <p:nvPr>
            <p:ph type="sldNum" sz="quarter" idx="12"/>
          </p:nvPr>
        </p:nvSpPr>
        <p:spPr>
          <a:xfrm>
            <a:off x="6457950" y="6492240"/>
            <a:ext cx="2057400" cy="365125"/>
          </a:xfrm>
        </p:spPr>
        <p:txBody>
          <a:bodyPr>
            <a:normAutofit/>
          </a:bodyPr>
          <a:lstStyle/>
          <a:p>
            <a:pPr>
              <a:spcAft>
                <a:spcPts val="600"/>
              </a:spcAft>
              <a:defRPr/>
            </a:pPr>
            <a:fld id="{25A11DDB-D889-4E7A-8E06-84976CD1C6AA}" type="slidenum">
              <a:rPr lang="es-ES" altLang="es-ES"/>
              <a:pPr>
                <a:spcAft>
                  <a:spcPts val="600"/>
                </a:spcAft>
                <a:defRPr/>
              </a:pPr>
              <a:t>1</a:t>
            </a:fld>
            <a:endParaRPr lang="es-ES" altLang="es-ES"/>
          </a:p>
        </p:txBody>
      </p:sp>
    </p:spTree>
    <p:extLst>
      <p:ext uri="{BB962C8B-B14F-4D97-AF65-F5344CB8AC3E}">
        <p14:creationId xmlns:p14="http://schemas.microsoft.com/office/powerpoint/2010/main" val="6117631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4 Marcador de número de diapositiva"/>
          <p:cNvSpPr>
            <a:spLocks noGrp="1"/>
          </p:cNvSpPr>
          <p:nvPr>
            <p:ph type="sldNum" sz="quarter" idx="12"/>
          </p:nvPr>
        </p:nvSpPr>
        <p:spPr bwMode="auto">
          <a:xfrm>
            <a:off x="6603999" y="6356350"/>
            <a:ext cx="20574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spcAft>
                <a:spcPts val="600"/>
              </a:spcAft>
            </a:pPr>
            <a:fld id="{6095D809-0E01-46FF-AF53-9D9F4133050E}" type="slidenum">
              <a:rPr lang="en-US" altLang="es-ES" sz="1200" smtClean="0">
                <a:solidFill>
                  <a:schemeClr val="tx1">
                    <a:tint val="75000"/>
                  </a:schemeClr>
                </a:solidFill>
                <a:latin typeface="+mn-lt"/>
              </a:rPr>
              <a:pPr>
                <a:spcAft>
                  <a:spcPts val="600"/>
                </a:spcAft>
              </a:pPr>
              <a:t>2</a:t>
            </a:fld>
            <a:endParaRPr lang="en-US" altLang="es-ES" sz="1200">
              <a:solidFill>
                <a:schemeClr val="tx1">
                  <a:tint val="75000"/>
                </a:schemeClr>
              </a:solidFill>
              <a:latin typeface="+mn-lt"/>
            </a:endParaRPr>
          </a:p>
        </p:txBody>
      </p:sp>
      <p:graphicFrame>
        <p:nvGraphicFramePr>
          <p:cNvPr id="4101" name="7 CuadroTexto">
            <a:extLst>
              <a:ext uri="{FF2B5EF4-FFF2-40B4-BE49-F238E27FC236}">
                <a16:creationId xmlns:a16="http://schemas.microsoft.com/office/drawing/2014/main" id="{BAA3812E-0A1B-48A2-88F2-18386FEDA641}"/>
              </a:ext>
            </a:extLst>
          </p:cNvPr>
          <p:cNvGraphicFramePr/>
          <p:nvPr>
            <p:extLst>
              <p:ext uri="{D42A27DB-BD31-4B8C-83A1-F6EECF244321}">
                <p14:modId xmlns:p14="http://schemas.microsoft.com/office/powerpoint/2010/main" val="3202306858"/>
              </p:ext>
            </p:extLst>
          </p:nvPr>
        </p:nvGraphicFramePr>
        <p:xfrm>
          <a:off x="827584" y="620688"/>
          <a:ext cx="7920880" cy="5256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8329E-63ED-4A23-A2DA-897FF63DECB2}"/>
              </a:ext>
            </a:extLst>
          </p:cNvPr>
          <p:cNvSpPr>
            <a:spLocks noGrp="1"/>
          </p:cNvSpPr>
          <p:nvPr>
            <p:ph type="title"/>
          </p:nvPr>
        </p:nvSpPr>
        <p:spPr>
          <a:xfrm>
            <a:off x="473202" y="502920"/>
            <a:ext cx="2564892" cy="1463040"/>
          </a:xfrm>
        </p:spPr>
        <p:txBody>
          <a:bodyPr anchor="ctr">
            <a:normAutofit/>
          </a:bodyPr>
          <a:lstStyle/>
          <a:p>
            <a:r>
              <a:rPr lang="es-ES" sz="4200"/>
              <a:t>Ejemplo 1</a:t>
            </a:r>
          </a:p>
        </p:txBody>
      </p:sp>
      <p:sp>
        <p:nvSpPr>
          <p:cNvPr id="3" name="Marcador de contenido 2">
            <a:extLst>
              <a:ext uri="{FF2B5EF4-FFF2-40B4-BE49-F238E27FC236}">
                <a16:creationId xmlns:a16="http://schemas.microsoft.com/office/drawing/2014/main" id="{3CDB9DFA-8B7A-43AF-B6DE-3B4599EF554F}"/>
              </a:ext>
            </a:extLst>
          </p:cNvPr>
          <p:cNvSpPr>
            <a:spLocks noGrp="1"/>
          </p:cNvSpPr>
          <p:nvPr>
            <p:ph idx="1"/>
          </p:nvPr>
        </p:nvSpPr>
        <p:spPr>
          <a:xfrm>
            <a:off x="3490721" y="502920"/>
            <a:ext cx="5388042" cy="1463040"/>
          </a:xfrm>
        </p:spPr>
        <p:txBody>
          <a:bodyPr anchor="ctr">
            <a:normAutofit/>
          </a:bodyPr>
          <a:lstStyle/>
          <a:p>
            <a:r>
              <a:rPr lang="es-ES" sz="1800" dirty="0"/>
              <a:t>Supongamos la siguiente tabla de partida en la que tenemos información de empleados públicos de educación.</a:t>
            </a:r>
          </a:p>
          <a:p>
            <a:r>
              <a:rPr lang="es-ES" sz="1800" dirty="0"/>
              <a:t>EMPLEADOS(</a:t>
            </a:r>
            <a:r>
              <a:rPr lang="es-ES" sz="1800" u="sng" dirty="0" err="1"/>
              <a:t>nss</a:t>
            </a:r>
            <a:r>
              <a:rPr lang="es-ES" sz="1800" dirty="0"/>
              <a:t>, nombre, puesto, salario, emails)</a:t>
            </a:r>
          </a:p>
          <a:p>
            <a:pPr marL="0" indent="0">
              <a:buNone/>
            </a:pPr>
            <a:endParaRPr lang="es-ES" sz="1800" dirty="0"/>
          </a:p>
        </p:txBody>
      </p:sp>
      <p:sp>
        <p:nvSpPr>
          <p:cNvPr id="4" name="Marcador de número de diapositiva 3">
            <a:extLst>
              <a:ext uri="{FF2B5EF4-FFF2-40B4-BE49-F238E27FC236}">
                <a16:creationId xmlns:a16="http://schemas.microsoft.com/office/drawing/2014/main" id="{F7FA39CB-35A6-4406-BE60-0146580AD2FF}"/>
              </a:ext>
            </a:extLst>
          </p:cNvPr>
          <p:cNvSpPr>
            <a:spLocks noGrp="1"/>
          </p:cNvSpPr>
          <p:nvPr>
            <p:ph type="sldNum" sz="quarter" idx="12"/>
          </p:nvPr>
        </p:nvSpPr>
        <p:spPr/>
        <p:txBody>
          <a:bodyPr>
            <a:normAutofit/>
          </a:bodyPr>
          <a:lstStyle/>
          <a:p>
            <a:pPr>
              <a:spcAft>
                <a:spcPts val="600"/>
              </a:spcAft>
              <a:defRPr/>
            </a:pPr>
            <a:fld id="{D59A6A4B-46E3-43DE-99F2-D9A5AD28FA7D}" type="slidenum">
              <a:rPr lang="es-ES" altLang="es-ES" smtClean="0"/>
              <a:pPr>
                <a:spcAft>
                  <a:spcPts val="600"/>
                </a:spcAft>
                <a:defRPr/>
              </a:pPr>
              <a:t>3</a:t>
            </a:fld>
            <a:endParaRPr lang="es-ES" altLang="es-ES"/>
          </a:p>
        </p:txBody>
      </p:sp>
      <p:graphicFrame>
        <p:nvGraphicFramePr>
          <p:cNvPr id="11" name="Tabla 10">
            <a:extLst>
              <a:ext uri="{FF2B5EF4-FFF2-40B4-BE49-F238E27FC236}">
                <a16:creationId xmlns:a16="http://schemas.microsoft.com/office/drawing/2014/main" id="{B4A565AE-0EC5-46EB-9DEA-23684825FE76}"/>
              </a:ext>
            </a:extLst>
          </p:cNvPr>
          <p:cNvGraphicFramePr>
            <a:graphicFrameLocks noGrp="1"/>
          </p:cNvGraphicFramePr>
          <p:nvPr>
            <p:extLst>
              <p:ext uri="{D42A27DB-BD31-4B8C-83A1-F6EECF244321}">
                <p14:modId xmlns:p14="http://schemas.microsoft.com/office/powerpoint/2010/main" val="431701143"/>
              </p:ext>
            </p:extLst>
          </p:nvPr>
        </p:nvGraphicFramePr>
        <p:xfrm>
          <a:off x="473202" y="2756635"/>
          <a:ext cx="8188455" cy="3027955"/>
        </p:xfrm>
        <a:graphic>
          <a:graphicData uri="http://schemas.openxmlformats.org/drawingml/2006/table">
            <a:tbl>
              <a:tblPr firstRow="1" bandRow="1">
                <a:tableStyleId>{00A15C55-8517-42AA-B614-E9B94910E393}</a:tableStyleId>
              </a:tblPr>
              <a:tblGrid>
                <a:gridCol w="905224">
                  <a:extLst>
                    <a:ext uri="{9D8B030D-6E8A-4147-A177-3AD203B41FA5}">
                      <a16:colId xmlns:a16="http://schemas.microsoft.com/office/drawing/2014/main" val="1411730683"/>
                    </a:ext>
                  </a:extLst>
                </a:gridCol>
                <a:gridCol w="1757768">
                  <a:extLst>
                    <a:ext uri="{9D8B030D-6E8A-4147-A177-3AD203B41FA5}">
                      <a16:colId xmlns:a16="http://schemas.microsoft.com/office/drawing/2014/main" val="1053716197"/>
                    </a:ext>
                  </a:extLst>
                </a:gridCol>
                <a:gridCol w="2155736">
                  <a:extLst>
                    <a:ext uri="{9D8B030D-6E8A-4147-A177-3AD203B41FA5}">
                      <a16:colId xmlns:a16="http://schemas.microsoft.com/office/drawing/2014/main" val="466200512"/>
                    </a:ext>
                  </a:extLst>
                </a:gridCol>
                <a:gridCol w="1241438">
                  <a:extLst>
                    <a:ext uri="{9D8B030D-6E8A-4147-A177-3AD203B41FA5}">
                      <a16:colId xmlns:a16="http://schemas.microsoft.com/office/drawing/2014/main" val="781925501"/>
                    </a:ext>
                  </a:extLst>
                </a:gridCol>
                <a:gridCol w="2128289">
                  <a:extLst>
                    <a:ext uri="{9D8B030D-6E8A-4147-A177-3AD203B41FA5}">
                      <a16:colId xmlns:a16="http://schemas.microsoft.com/office/drawing/2014/main" val="1774372275"/>
                    </a:ext>
                  </a:extLst>
                </a:gridCol>
              </a:tblGrid>
              <a:tr h="509974">
                <a:tc>
                  <a:txBody>
                    <a:bodyPr/>
                    <a:lstStyle/>
                    <a:p>
                      <a:r>
                        <a:rPr lang="es-ES" sz="2200" b="1" dirty="0" err="1">
                          <a:effectLst/>
                        </a:rPr>
                        <a:t>nss</a:t>
                      </a:r>
                      <a:endParaRPr lang="es-ES" sz="2200" b="1" dirty="0">
                        <a:effectLst/>
                      </a:endParaRPr>
                    </a:p>
                  </a:txBody>
                  <a:tcPr marL="141099" marR="141099" marT="70549" marB="70549" anchor="ctr">
                    <a:solidFill>
                      <a:schemeClr val="accent2"/>
                    </a:solidFill>
                  </a:tcPr>
                </a:tc>
                <a:tc>
                  <a:txBody>
                    <a:bodyPr/>
                    <a:lstStyle/>
                    <a:p>
                      <a:r>
                        <a:rPr lang="es-ES" sz="2200">
                          <a:effectLst/>
                        </a:rPr>
                        <a:t>nombre</a:t>
                      </a:r>
                    </a:p>
                  </a:txBody>
                  <a:tcPr marL="141099" marR="141099" marT="70549" marB="70549" anchor="ctr"/>
                </a:tc>
                <a:tc>
                  <a:txBody>
                    <a:bodyPr/>
                    <a:lstStyle/>
                    <a:p>
                      <a:r>
                        <a:rPr lang="es-ES" sz="2200" dirty="0">
                          <a:effectLst/>
                        </a:rPr>
                        <a:t>puesto</a:t>
                      </a:r>
                    </a:p>
                  </a:txBody>
                  <a:tcPr marL="141099" marR="141099" marT="70549" marB="70549" anchor="ctr"/>
                </a:tc>
                <a:tc>
                  <a:txBody>
                    <a:bodyPr/>
                    <a:lstStyle/>
                    <a:p>
                      <a:r>
                        <a:rPr lang="es-ES" sz="2200">
                          <a:effectLst/>
                        </a:rPr>
                        <a:t>salario</a:t>
                      </a:r>
                    </a:p>
                  </a:txBody>
                  <a:tcPr marL="141099" marR="141099" marT="70549" marB="70549" anchor="ctr"/>
                </a:tc>
                <a:tc>
                  <a:txBody>
                    <a:bodyPr/>
                    <a:lstStyle/>
                    <a:p>
                      <a:r>
                        <a:rPr lang="es-ES" sz="2200" dirty="0">
                          <a:effectLst/>
                        </a:rPr>
                        <a:t>emails</a:t>
                      </a:r>
                    </a:p>
                  </a:txBody>
                  <a:tcPr marL="141099" marR="141099" marT="70549" marB="70549" anchor="ctr"/>
                </a:tc>
                <a:extLst>
                  <a:ext uri="{0D108BD9-81ED-4DB2-BD59-A6C34878D82A}">
                    <a16:rowId xmlns:a16="http://schemas.microsoft.com/office/drawing/2014/main" val="723363103"/>
                  </a:ext>
                </a:extLst>
              </a:tr>
              <a:tr h="839327">
                <a:tc>
                  <a:txBody>
                    <a:bodyPr/>
                    <a:lstStyle/>
                    <a:p>
                      <a:r>
                        <a:rPr lang="es-ES" sz="2200">
                          <a:effectLst/>
                        </a:rPr>
                        <a:t>111</a:t>
                      </a:r>
                    </a:p>
                  </a:txBody>
                  <a:tcPr marL="141099" marR="141099" marT="70549" marB="70549" anchor="ctr"/>
                </a:tc>
                <a:tc>
                  <a:txBody>
                    <a:bodyPr/>
                    <a:lstStyle/>
                    <a:p>
                      <a:r>
                        <a:rPr lang="es-ES" sz="2200">
                          <a:effectLst/>
                        </a:rPr>
                        <a:t>Luis Pérez</a:t>
                      </a:r>
                    </a:p>
                  </a:txBody>
                  <a:tcPr marL="141099" marR="141099" marT="70549" marB="70549" anchor="ctr"/>
                </a:tc>
                <a:tc>
                  <a:txBody>
                    <a:bodyPr/>
                    <a:lstStyle/>
                    <a:p>
                      <a:r>
                        <a:rPr lang="es-ES" sz="2200">
                          <a:effectLst/>
                        </a:rPr>
                        <a:t>Jefe de Unidad</a:t>
                      </a:r>
                    </a:p>
                  </a:txBody>
                  <a:tcPr marL="141099" marR="141099" marT="70549" marB="70549" anchor="ctr"/>
                </a:tc>
                <a:tc>
                  <a:txBody>
                    <a:bodyPr/>
                    <a:lstStyle/>
                    <a:p>
                      <a:r>
                        <a:rPr lang="es-ES" sz="2200">
                          <a:effectLst/>
                        </a:rPr>
                        <a:t>3000</a:t>
                      </a:r>
                    </a:p>
                  </a:txBody>
                  <a:tcPr marL="141099" marR="141099" marT="70549" marB="70549" anchor="ctr"/>
                </a:tc>
                <a:tc>
                  <a:txBody>
                    <a:bodyPr/>
                    <a:lstStyle/>
                    <a:p>
                      <a:r>
                        <a:rPr lang="es-ES" sz="2200">
                          <a:effectLst/>
                          <a:hlinkClick r:id="rId2"/>
                        </a:rPr>
                        <a:t>luisp@edu.e</a:t>
                      </a:r>
                    </a:p>
                    <a:p>
                      <a:r>
                        <a:rPr lang="es-ES" sz="2200">
                          <a:effectLst/>
                          <a:hlinkClick r:id="rId2"/>
                        </a:rPr>
                        <a:t>jefu2@edu.es</a:t>
                      </a:r>
                      <a:endParaRPr lang="es-ES" sz="2200">
                        <a:effectLst/>
                      </a:endParaRPr>
                    </a:p>
                  </a:txBody>
                  <a:tcPr marL="141099" marR="141099" marT="70549" marB="70549" anchor="ctr"/>
                </a:tc>
                <a:extLst>
                  <a:ext uri="{0D108BD9-81ED-4DB2-BD59-A6C34878D82A}">
                    <a16:rowId xmlns:a16="http://schemas.microsoft.com/office/drawing/2014/main" val="1801272498"/>
                  </a:ext>
                </a:extLst>
              </a:tr>
              <a:tr h="839327">
                <a:tc>
                  <a:txBody>
                    <a:bodyPr/>
                    <a:lstStyle/>
                    <a:p>
                      <a:r>
                        <a:rPr lang="es-ES" sz="2200">
                          <a:effectLst/>
                        </a:rPr>
                        <a:t>150</a:t>
                      </a:r>
                    </a:p>
                  </a:txBody>
                  <a:tcPr marL="141099" marR="141099" marT="70549" marB="70549" anchor="ctr"/>
                </a:tc>
                <a:tc>
                  <a:txBody>
                    <a:bodyPr/>
                    <a:lstStyle/>
                    <a:p>
                      <a:r>
                        <a:rPr lang="es-ES" sz="2200">
                          <a:effectLst/>
                        </a:rPr>
                        <a:t>María Ruiz</a:t>
                      </a:r>
                    </a:p>
                  </a:txBody>
                  <a:tcPr marL="141099" marR="141099" marT="70549" marB="70549" anchor="ctr"/>
                </a:tc>
                <a:tc>
                  <a:txBody>
                    <a:bodyPr/>
                    <a:lstStyle/>
                    <a:p>
                      <a:r>
                        <a:rPr lang="es-ES" sz="2200">
                          <a:effectLst/>
                        </a:rPr>
                        <a:t>Jefa Técnica</a:t>
                      </a:r>
                    </a:p>
                  </a:txBody>
                  <a:tcPr marL="141099" marR="141099" marT="70549" marB="70549" anchor="ctr"/>
                </a:tc>
                <a:tc>
                  <a:txBody>
                    <a:bodyPr/>
                    <a:lstStyle/>
                    <a:p>
                      <a:r>
                        <a:rPr lang="es-ES" sz="2200">
                          <a:effectLst/>
                        </a:rPr>
                        <a:t>2200</a:t>
                      </a:r>
                    </a:p>
                  </a:txBody>
                  <a:tcPr marL="141099" marR="141099" marT="70549" marB="70549" anchor="ctr"/>
                </a:tc>
                <a:tc>
                  <a:txBody>
                    <a:bodyPr/>
                    <a:lstStyle/>
                    <a:p>
                      <a:r>
                        <a:rPr lang="es-ES" sz="2200">
                          <a:effectLst/>
                          <a:hlinkClick r:id="rId3"/>
                        </a:rPr>
                        <a:t>marr@edu.es</a:t>
                      </a:r>
                      <a:endParaRPr lang="es-ES" sz="2200">
                        <a:effectLst/>
                      </a:endParaRPr>
                    </a:p>
                    <a:p>
                      <a:r>
                        <a:rPr lang="es-ES" sz="2200">
                          <a:effectLst/>
                          <a:hlinkClick r:id="rId4"/>
                        </a:rPr>
                        <a:t>jeft@edu.es</a:t>
                      </a:r>
                      <a:endParaRPr lang="es-ES" sz="2200">
                        <a:effectLst/>
                      </a:endParaRPr>
                    </a:p>
                  </a:txBody>
                  <a:tcPr marL="141099" marR="141099" marT="70549" marB="70549" anchor="ctr"/>
                </a:tc>
                <a:extLst>
                  <a:ext uri="{0D108BD9-81ED-4DB2-BD59-A6C34878D82A}">
                    <a16:rowId xmlns:a16="http://schemas.microsoft.com/office/drawing/2014/main" val="627772367"/>
                  </a:ext>
                </a:extLst>
              </a:tr>
              <a:tr h="839327">
                <a:tc>
                  <a:txBody>
                    <a:bodyPr/>
                    <a:lstStyle/>
                    <a:p>
                      <a:r>
                        <a:rPr lang="es-ES" sz="2200">
                          <a:effectLst/>
                        </a:rPr>
                        <a:t>232</a:t>
                      </a:r>
                    </a:p>
                  </a:txBody>
                  <a:tcPr marL="141099" marR="141099" marT="70549" marB="70549" anchor="ctr"/>
                </a:tc>
                <a:tc>
                  <a:txBody>
                    <a:bodyPr/>
                    <a:lstStyle/>
                    <a:p>
                      <a:r>
                        <a:rPr lang="es-ES" sz="2200">
                          <a:effectLst/>
                        </a:rPr>
                        <a:t>José Sánchez</a:t>
                      </a:r>
                    </a:p>
                  </a:txBody>
                  <a:tcPr marL="141099" marR="141099" marT="70549" marB="70549" anchor="ctr"/>
                </a:tc>
                <a:tc>
                  <a:txBody>
                    <a:bodyPr/>
                    <a:lstStyle/>
                    <a:p>
                      <a:r>
                        <a:rPr lang="es-ES" sz="2200">
                          <a:effectLst/>
                        </a:rPr>
                        <a:t>Administrativo</a:t>
                      </a:r>
                    </a:p>
                  </a:txBody>
                  <a:tcPr marL="141099" marR="141099" marT="70549" marB="70549" anchor="ctr"/>
                </a:tc>
                <a:tc>
                  <a:txBody>
                    <a:bodyPr/>
                    <a:lstStyle/>
                    <a:p>
                      <a:r>
                        <a:rPr lang="es-ES" sz="2200">
                          <a:effectLst/>
                        </a:rPr>
                        <a:t>1500</a:t>
                      </a:r>
                    </a:p>
                  </a:txBody>
                  <a:tcPr marL="141099" marR="141099" marT="70549" marB="70549" anchor="ctr"/>
                </a:tc>
                <a:tc>
                  <a:txBody>
                    <a:bodyPr/>
                    <a:lstStyle/>
                    <a:p>
                      <a:r>
                        <a:rPr lang="es-ES" sz="2200" dirty="0">
                          <a:effectLst/>
                          <a:hlinkClick r:id="rId5"/>
                        </a:rPr>
                        <a:t>joss@edu.es</a:t>
                      </a:r>
                      <a:endParaRPr lang="es-ES" sz="2200" dirty="0">
                        <a:effectLst/>
                      </a:endParaRPr>
                    </a:p>
                  </a:txBody>
                  <a:tcPr marL="141099" marR="141099" marT="70549" marB="70549" anchor="ctr"/>
                </a:tc>
                <a:extLst>
                  <a:ext uri="{0D108BD9-81ED-4DB2-BD59-A6C34878D82A}">
                    <a16:rowId xmlns:a16="http://schemas.microsoft.com/office/drawing/2014/main" val="3772948077"/>
                  </a:ext>
                </a:extLst>
              </a:tr>
            </a:tbl>
          </a:graphicData>
        </a:graphic>
      </p:graphicFrame>
      <p:sp>
        <p:nvSpPr>
          <p:cNvPr id="5" name="Rectángulo 4">
            <a:extLst>
              <a:ext uri="{FF2B5EF4-FFF2-40B4-BE49-F238E27FC236}">
                <a16:creationId xmlns:a16="http://schemas.microsoft.com/office/drawing/2014/main" id="{25A56661-7793-5A44-B739-837AB3269D49}"/>
              </a:ext>
            </a:extLst>
          </p:cNvPr>
          <p:cNvSpPr/>
          <p:nvPr/>
        </p:nvSpPr>
        <p:spPr>
          <a:xfrm>
            <a:off x="6516216" y="2636913"/>
            <a:ext cx="2154582" cy="3168352"/>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818808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8329E-63ED-4A23-A2DA-897FF63DECB2}"/>
              </a:ext>
            </a:extLst>
          </p:cNvPr>
          <p:cNvSpPr>
            <a:spLocks noGrp="1"/>
          </p:cNvSpPr>
          <p:nvPr>
            <p:ph type="title"/>
          </p:nvPr>
        </p:nvSpPr>
        <p:spPr>
          <a:xfrm>
            <a:off x="0" y="15166"/>
            <a:ext cx="8108380" cy="648072"/>
          </a:xfrm>
        </p:spPr>
        <p:txBody>
          <a:bodyPr/>
          <a:lstStyle/>
          <a:p>
            <a:r>
              <a:rPr lang="es-ES" dirty="0"/>
              <a:t>Primera forma normal (1FN)</a:t>
            </a:r>
          </a:p>
        </p:txBody>
      </p:sp>
      <p:sp>
        <p:nvSpPr>
          <p:cNvPr id="3" name="Marcador de contenido 2">
            <a:extLst>
              <a:ext uri="{FF2B5EF4-FFF2-40B4-BE49-F238E27FC236}">
                <a16:creationId xmlns:a16="http://schemas.microsoft.com/office/drawing/2014/main" id="{3CDB9DFA-8B7A-43AF-B6DE-3B4599EF554F}"/>
              </a:ext>
            </a:extLst>
          </p:cNvPr>
          <p:cNvSpPr>
            <a:spLocks noGrp="1"/>
          </p:cNvSpPr>
          <p:nvPr>
            <p:ph idx="1"/>
          </p:nvPr>
        </p:nvSpPr>
        <p:spPr>
          <a:xfrm>
            <a:off x="882502" y="570491"/>
            <a:ext cx="7632848" cy="365126"/>
          </a:xfrm>
        </p:spPr>
        <p:txBody>
          <a:bodyPr>
            <a:normAutofit/>
          </a:bodyPr>
          <a:lstStyle/>
          <a:p>
            <a:pPr marL="274320" lvl="1" indent="0">
              <a:buNone/>
            </a:pPr>
            <a:r>
              <a:rPr lang="es-ES" dirty="0"/>
              <a:t>EMPLEADOS(</a:t>
            </a:r>
            <a:r>
              <a:rPr lang="es-ES" u="sng" dirty="0" err="1"/>
              <a:t>nss</a:t>
            </a:r>
            <a:r>
              <a:rPr lang="es-ES" dirty="0"/>
              <a:t>, nombre, puesto, salario, emails)</a:t>
            </a:r>
          </a:p>
          <a:p>
            <a:pPr marL="0" indent="0">
              <a:buNone/>
            </a:pPr>
            <a:endParaRPr lang="es-ES" dirty="0"/>
          </a:p>
        </p:txBody>
      </p:sp>
      <p:sp>
        <p:nvSpPr>
          <p:cNvPr id="4" name="Marcador de número de diapositiva 3">
            <a:extLst>
              <a:ext uri="{FF2B5EF4-FFF2-40B4-BE49-F238E27FC236}">
                <a16:creationId xmlns:a16="http://schemas.microsoft.com/office/drawing/2014/main" id="{F7FA39CB-35A6-4406-BE60-0146580AD2FF}"/>
              </a:ext>
            </a:extLst>
          </p:cNvPr>
          <p:cNvSpPr>
            <a:spLocks noGrp="1"/>
          </p:cNvSpPr>
          <p:nvPr>
            <p:ph type="sldNum" sz="quarter" idx="12"/>
          </p:nvPr>
        </p:nvSpPr>
        <p:spPr/>
        <p:txBody>
          <a:bodyPr/>
          <a:lstStyle/>
          <a:p>
            <a:pPr>
              <a:defRPr/>
            </a:pPr>
            <a:fld id="{D59A6A4B-46E3-43DE-99F2-D9A5AD28FA7D}" type="slidenum">
              <a:rPr lang="es-ES" altLang="es-ES" smtClean="0"/>
              <a:pPr>
                <a:defRPr/>
              </a:pPr>
              <a:t>4</a:t>
            </a:fld>
            <a:endParaRPr lang="es-ES" altLang="es-ES"/>
          </a:p>
        </p:txBody>
      </p:sp>
      <p:sp>
        <p:nvSpPr>
          <p:cNvPr id="9" name="CuadroTexto 8">
            <a:extLst>
              <a:ext uri="{FF2B5EF4-FFF2-40B4-BE49-F238E27FC236}">
                <a16:creationId xmlns:a16="http://schemas.microsoft.com/office/drawing/2014/main" id="{7805F71A-04BE-40BB-A94E-E6463E2232EE}"/>
              </a:ext>
            </a:extLst>
          </p:cNvPr>
          <p:cNvSpPr txBox="1"/>
          <p:nvPr/>
        </p:nvSpPr>
        <p:spPr>
          <a:xfrm>
            <a:off x="395536" y="3701493"/>
            <a:ext cx="3240360" cy="276999"/>
          </a:xfrm>
          <a:prstGeom prst="rect">
            <a:avLst/>
          </a:prstGeom>
          <a:noFill/>
          <a:effectLst>
            <a:outerShdw blurRad="50800" dist="38100" dir="5400000" algn="t" rotWithShape="0">
              <a:prstClr val="black">
                <a:alpha val="40000"/>
              </a:prstClr>
            </a:outerShdw>
          </a:effectLst>
        </p:spPr>
        <p:txBody>
          <a:bodyPr wrap="square">
            <a:spAutoFit/>
          </a:bodyPr>
          <a:lstStyle/>
          <a:p>
            <a:r>
              <a:rPr lang="es-ES" sz="1200" dirty="0"/>
              <a:t>EMPLEADOS(</a:t>
            </a:r>
            <a:r>
              <a:rPr lang="es-ES" sz="1200" u="sng" dirty="0" err="1"/>
              <a:t>nss</a:t>
            </a:r>
            <a:r>
              <a:rPr lang="es-ES" sz="1200" dirty="0"/>
              <a:t>, nombre, puesto, salario)</a:t>
            </a:r>
          </a:p>
        </p:txBody>
      </p:sp>
      <p:sp>
        <p:nvSpPr>
          <p:cNvPr id="12" name="CuadroTexto 11">
            <a:extLst>
              <a:ext uri="{FF2B5EF4-FFF2-40B4-BE49-F238E27FC236}">
                <a16:creationId xmlns:a16="http://schemas.microsoft.com/office/drawing/2014/main" id="{1C13BD30-1E6B-4F17-B579-60F1CC2A3102}"/>
              </a:ext>
            </a:extLst>
          </p:cNvPr>
          <p:cNvSpPr txBox="1"/>
          <p:nvPr/>
        </p:nvSpPr>
        <p:spPr>
          <a:xfrm>
            <a:off x="6012159" y="3606965"/>
            <a:ext cx="1576623" cy="276999"/>
          </a:xfrm>
          <a:prstGeom prst="rect">
            <a:avLst/>
          </a:prstGeom>
          <a:noFill/>
          <a:effectLst>
            <a:outerShdw blurRad="50800" dist="38100" dir="5400000" algn="t" rotWithShape="0">
              <a:prstClr val="black">
                <a:alpha val="40000"/>
              </a:prstClr>
            </a:outerShdw>
          </a:effectLst>
        </p:spPr>
        <p:txBody>
          <a:bodyPr wrap="square">
            <a:spAutoFit/>
          </a:bodyPr>
          <a:lstStyle/>
          <a:p>
            <a:r>
              <a:rPr lang="es-ES" sz="1200" dirty="0"/>
              <a:t>EMAILS(</a:t>
            </a:r>
            <a:r>
              <a:rPr lang="es-ES" sz="1200" u="sng" dirty="0" err="1"/>
              <a:t>nss</a:t>
            </a:r>
            <a:r>
              <a:rPr lang="es-ES" sz="1200" dirty="0"/>
              <a:t>, </a:t>
            </a:r>
            <a:r>
              <a:rPr lang="es-ES" sz="1200" u="sng" dirty="0"/>
              <a:t>email</a:t>
            </a:r>
            <a:r>
              <a:rPr lang="es-ES" sz="1200" dirty="0"/>
              <a:t>)</a:t>
            </a:r>
          </a:p>
        </p:txBody>
      </p:sp>
      <p:pic>
        <p:nvPicPr>
          <p:cNvPr id="8" name="Gráfico 7" descr="División en la carretera con relleno sólido">
            <a:extLst>
              <a:ext uri="{FF2B5EF4-FFF2-40B4-BE49-F238E27FC236}">
                <a16:creationId xmlns:a16="http://schemas.microsoft.com/office/drawing/2014/main" id="{F2E2FACA-65D3-4B40-A0B4-6649836603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4633919" y="3945352"/>
            <a:ext cx="914400" cy="914400"/>
          </a:xfrm>
          <a:prstGeom prst="rect">
            <a:avLst/>
          </a:prstGeom>
          <a:effectLst>
            <a:glow rad="63500">
              <a:schemeClr val="accent2">
                <a:satMod val="175000"/>
                <a:alpha val="40000"/>
              </a:schemeClr>
            </a:glow>
            <a:outerShdw blurRad="50800" dist="38100" dir="5400000" algn="t" rotWithShape="0">
              <a:prstClr val="black">
                <a:alpha val="40000"/>
              </a:prstClr>
            </a:outerShdw>
          </a:effectLst>
        </p:spPr>
      </p:pic>
      <p:graphicFrame>
        <p:nvGraphicFramePr>
          <p:cNvPr id="14" name="Tabla 13">
            <a:extLst>
              <a:ext uri="{FF2B5EF4-FFF2-40B4-BE49-F238E27FC236}">
                <a16:creationId xmlns:a16="http://schemas.microsoft.com/office/drawing/2014/main" id="{38BDBF52-68F6-36FF-8B8B-C62B99482DDE}"/>
              </a:ext>
            </a:extLst>
          </p:cNvPr>
          <p:cNvGraphicFramePr>
            <a:graphicFrameLocks noGrp="1"/>
          </p:cNvGraphicFramePr>
          <p:nvPr>
            <p:extLst>
              <p:ext uri="{D42A27DB-BD31-4B8C-83A1-F6EECF244321}">
                <p14:modId xmlns:p14="http://schemas.microsoft.com/office/powerpoint/2010/main" val="2103413953"/>
              </p:ext>
            </p:extLst>
          </p:nvPr>
        </p:nvGraphicFramePr>
        <p:xfrm>
          <a:off x="1172737" y="975551"/>
          <a:ext cx="6922362" cy="2484632"/>
        </p:xfrm>
        <a:graphic>
          <a:graphicData uri="http://schemas.openxmlformats.org/drawingml/2006/table">
            <a:tbl>
              <a:tblPr firstRow="1" bandRow="1">
                <a:tableStyleId>{00A15C55-8517-42AA-B614-E9B94910E393}</a:tableStyleId>
              </a:tblPr>
              <a:tblGrid>
                <a:gridCol w="765259">
                  <a:extLst>
                    <a:ext uri="{9D8B030D-6E8A-4147-A177-3AD203B41FA5}">
                      <a16:colId xmlns:a16="http://schemas.microsoft.com/office/drawing/2014/main" val="1411730683"/>
                    </a:ext>
                  </a:extLst>
                </a:gridCol>
                <a:gridCol w="1485983">
                  <a:extLst>
                    <a:ext uri="{9D8B030D-6E8A-4147-A177-3AD203B41FA5}">
                      <a16:colId xmlns:a16="http://schemas.microsoft.com/office/drawing/2014/main" val="1053716197"/>
                    </a:ext>
                  </a:extLst>
                </a:gridCol>
                <a:gridCol w="1822418">
                  <a:extLst>
                    <a:ext uri="{9D8B030D-6E8A-4147-A177-3AD203B41FA5}">
                      <a16:colId xmlns:a16="http://schemas.microsoft.com/office/drawing/2014/main" val="466200512"/>
                    </a:ext>
                  </a:extLst>
                </a:gridCol>
                <a:gridCol w="1049488">
                  <a:extLst>
                    <a:ext uri="{9D8B030D-6E8A-4147-A177-3AD203B41FA5}">
                      <a16:colId xmlns:a16="http://schemas.microsoft.com/office/drawing/2014/main" val="781925501"/>
                    </a:ext>
                  </a:extLst>
                </a:gridCol>
                <a:gridCol w="1799214">
                  <a:extLst>
                    <a:ext uri="{9D8B030D-6E8A-4147-A177-3AD203B41FA5}">
                      <a16:colId xmlns:a16="http://schemas.microsoft.com/office/drawing/2014/main" val="1774372275"/>
                    </a:ext>
                  </a:extLst>
                </a:gridCol>
              </a:tblGrid>
              <a:tr h="315849">
                <a:tc>
                  <a:txBody>
                    <a:bodyPr/>
                    <a:lstStyle/>
                    <a:p>
                      <a:r>
                        <a:rPr lang="es-ES" sz="1800" b="1" dirty="0" err="1">
                          <a:effectLst/>
                        </a:rPr>
                        <a:t>nss</a:t>
                      </a:r>
                      <a:endParaRPr lang="es-ES" sz="1800" b="1" dirty="0">
                        <a:effectLst/>
                      </a:endParaRPr>
                    </a:p>
                  </a:txBody>
                  <a:tcPr marL="141099" marR="141099" marT="70549" marB="70549" anchor="ctr">
                    <a:solidFill>
                      <a:schemeClr val="accent2"/>
                    </a:solidFill>
                  </a:tcPr>
                </a:tc>
                <a:tc>
                  <a:txBody>
                    <a:bodyPr/>
                    <a:lstStyle/>
                    <a:p>
                      <a:r>
                        <a:rPr lang="es-ES" sz="1800" dirty="0">
                          <a:effectLst/>
                        </a:rPr>
                        <a:t>nombre</a:t>
                      </a:r>
                    </a:p>
                  </a:txBody>
                  <a:tcPr marL="141099" marR="141099" marT="70549" marB="70549" anchor="ctr"/>
                </a:tc>
                <a:tc>
                  <a:txBody>
                    <a:bodyPr/>
                    <a:lstStyle/>
                    <a:p>
                      <a:r>
                        <a:rPr lang="es-ES" sz="1800" dirty="0">
                          <a:effectLst/>
                        </a:rPr>
                        <a:t>puesto</a:t>
                      </a:r>
                    </a:p>
                  </a:txBody>
                  <a:tcPr marL="141099" marR="141099" marT="70549" marB="70549" anchor="ctr"/>
                </a:tc>
                <a:tc>
                  <a:txBody>
                    <a:bodyPr/>
                    <a:lstStyle/>
                    <a:p>
                      <a:r>
                        <a:rPr lang="es-ES" sz="1800">
                          <a:effectLst/>
                        </a:rPr>
                        <a:t>salario</a:t>
                      </a:r>
                    </a:p>
                  </a:txBody>
                  <a:tcPr marL="141099" marR="141099" marT="70549" marB="70549" anchor="ctr"/>
                </a:tc>
                <a:tc>
                  <a:txBody>
                    <a:bodyPr/>
                    <a:lstStyle/>
                    <a:p>
                      <a:r>
                        <a:rPr lang="es-ES" sz="1800" dirty="0">
                          <a:effectLst/>
                        </a:rPr>
                        <a:t>emails</a:t>
                      </a:r>
                    </a:p>
                  </a:txBody>
                  <a:tcPr marL="141099" marR="141099" marT="70549" marB="70549" anchor="ctr"/>
                </a:tc>
                <a:extLst>
                  <a:ext uri="{0D108BD9-81ED-4DB2-BD59-A6C34878D82A}">
                    <a16:rowId xmlns:a16="http://schemas.microsoft.com/office/drawing/2014/main" val="723363103"/>
                  </a:ext>
                </a:extLst>
              </a:tr>
              <a:tr h="524418">
                <a:tc>
                  <a:txBody>
                    <a:bodyPr/>
                    <a:lstStyle/>
                    <a:p>
                      <a:r>
                        <a:rPr lang="es-ES" sz="1800">
                          <a:effectLst/>
                        </a:rPr>
                        <a:t>111</a:t>
                      </a:r>
                    </a:p>
                  </a:txBody>
                  <a:tcPr marL="141099" marR="141099" marT="70549" marB="70549" anchor="ctr"/>
                </a:tc>
                <a:tc>
                  <a:txBody>
                    <a:bodyPr/>
                    <a:lstStyle/>
                    <a:p>
                      <a:r>
                        <a:rPr lang="es-ES" sz="1800" dirty="0">
                          <a:effectLst/>
                        </a:rPr>
                        <a:t>Luis Pérez</a:t>
                      </a:r>
                    </a:p>
                  </a:txBody>
                  <a:tcPr marL="141099" marR="141099" marT="70549" marB="70549" anchor="ctr"/>
                </a:tc>
                <a:tc>
                  <a:txBody>
                    <a:bodyPr/>
                    <a:lstStyle/>
                    <a:p>
                      <a:r>
                        <a:rPr lang="es-ES" sz="1800">
                          <a:effectLst/>
                        </a:rPr>
                        <a:t>Jefe de Unidad</a:t>
                      </a:r>
                    </a:p>
                  </a:txBody>
                  <a:tcPr marL="141099" marR="141099" marT="70549" marB="70549" anchor="ctr"/>
                </a:tc>
                <a:tc>
                  <a:txBody>
                    <a:bodyPr/>
                    <a:lstStyle/>
                    <a:p>
                      <a:r>
                        <a:rPr lang="es-ES" sz="1800">
                          <a:effectLst/>
                        </a:rPr>
                        <a:t>3000</a:t>
                      </a:r>
                    </a:p>
                  </a:txBody>
                  <a:tcPr marL="141099" marR="141099" marT="70549" marB="70549" anchor="ctr"/>
                </a:tc>
                <a:tc>
                  <a:txBody>
                    <a:bodyPr/>
                    <a:lstStyle/>
                    <a:p>
                      <a:r>
                        <a:rPr lang="es-ES" sz="1800" dirty="0" err="1">
                          <a:effectLst/>
                          <a:hlinkClick r:id="rId4"/>
                        </a:rPr>
                        <a:t>luisp@edu.e</a:t>
                      </a:r>
                      <a:endParaRPr lang="es-ES" sz="1800" dirty="0">
                        <a:effectLst/>
                        <a:hlinkClick r:id="rId4"/>
                      </a:endParaRPr>
                    </a:p>
                    <a:p>
                      <a:r>
                        <a:rPr lang="es-ES" sz="1800" dirty="0">
                          <a:effectLst/>
                          <a:hlinkClick r:id="rId4"/>
                        </a:rPr>
                        <a:t>jefu2@edu.es</a:t>
                      </a:r>
                      <a:endParaRPr lang="es-ES" sz="1800" dirty="0">
                        <a:effectLst/>
                      </a:endParaRPr>
                    </a:p>
                  </a:txBody>
                  <a:tcPr marL="141099" marR="141099" marT="70549" marB="70549" anchor="ctr"/>
                </a:tc>
                <a:extLst>
                  <a:ext uri="{0D108BD9-81ED-4DB2-BD59-A6C34878D82A}">
                    <a16:rowId xmlns:a16="http://schemas.microsoft.com/office/drawing/2014/main" val="1801272498"/>
                  </a:ext>
                </a:extLst>
              </a:tr>
              <a:tr h="524418">
                <a:tc>
                  <a:txBody>
                    <a:bodyPr/>
                    <a:lstStyle/>
                    <a:p>
                      <a:r>
                        <a:rPr lang="es-ES" sz="1800">
                          <a:effectLst/>
                        </a:rPr>
                        <a:t>150</a:t>
                      </a:r>
                    </a:p>
                  </a:txBody>
                  <a:tcPr marL="141099" marR="141099" marT="70549" marB="70549" anchor="ctr"/>
                </a:tc>
                <a:tc>
                  <a:txBody>
                    <a:bodyPr/>
                    <a:lstStyle/>
                    <a:p>
                      <a:r>
                        <a:rPr lang="es-ES" sz="1800" dirty="0">
                          <a:effectLst/>
                        </a:rPr>
                        <a:t>María Ruiz</a:t>
                      </a:r>
                    </a:p>
                  </a:txBody>
                  <a:tcPr marL="141099" marR="141099" marT="70549" marB="70549" anchor="ctr"/>
                </a:tc>
                <a:tc>
                  <a:txBody>
                    <a:bodyPr/>
                    <a:lstStyle/>
                    <a:p>
                      <a:r>
                        <a:rPr lang="es-ES" sz="1800">
                          <a:effectLst/>
                        </a:rPr>
                        <a:t>Jefa Técnica</a:t>
                      </a:r>
                    </a:p>
                  </a:txBody>
                  <a:tcPr marL="141099" marR="141099" marT="70549" marB="70549" anchor="ctr"/>
                </a:tc>
                <a:tc>
                  <a:txBody>
                    <a:bodyPr/>
                    <a:lstStyle/>
                    <a:p>
                      <a:r>
                        <a:rPr lang="es-ES" sz="1800">
                          <a:effectLst/>
                        </a:rPr>
                        <a:t>2200</a:t>
                      </a:r>
                    </a:p>
                  </a:txBody>
                  <a:tcPr marL="141099" marR="141099" marT="70549" marB="70549" anchor="ctr"/>
                </a:tc>
                <a:tc>
                  <a:txBody>
                    <a:bodyPr/>
                    <a:lstStyle/>
                    <a:p>
                      <a:r>
                        <a:rPr lang="es-ES" sz="1800" dirty="0">
                          <a:effectLst/>
                          <a:hlinkClick r:id="rId5"/>
                        </a:rPr>
                        <a:t>marr@edu.es</a:t>
                      </a:r>
                      <a:endParaRPr lang="es-ES" sz="1800" dirty="0">
                        <a:effectLst/>
                      </a:endParaRPr>
                    </a:p>
                    <a:p>
                      <a:r>
                        <a:rPr lang="es-ES" sz="1800" dirty="0">
                          <a:effectLst/>
                          <a:hlinkClick r:id="rId6"/>
                        </a:rPr>
                        <a:t>jeft@edu.es</a:t>
                      </a:r>
                      <a:endParaRPr lang="es-ES" sz="1800" dirty="0">
                        <a:effectLst/>
                      </a:endParaRPr>
                    </a:p>
                  </a:txBody>
                  <a:tcPr marL="141099" marR="141099" marT="70549" marB="70549" anchor="ctr"/>
                </a:tc>
                <a:extLst>
                  <a:ext uri="{0D108BD9-81ED-4DB2-BD59-A6C34878D82A}">
                    <a16:rowId xmlns:a16="http://schemas.microsoft.com/office/drawing/2014/main" val="627772367"/>
                  </a:ext>
                </a:extLst>
              </a:tr>
              <a:tr h="524418">
                <a:tc>
                  <a:txBody>
                    <a:bodyPr/>
                    <a:lstStyle/>
                    <a:p>
                      <a:r>
                        <a:rPr lang="es-ES" sz="1800">
                          <a:effectLst/>
                        </a:rPr>
                        <a:t>232</a:t>
                      </a:r>
                    </a:p>
                  </a:txBody>
                  <a:tcPr marL="141099" marR="141099" marT="70549" marB="70549" anchor="ctr"/>
                </a:tc>
                <a:tc>
                  <a:txBody>
                    <a:bodyPr/>
                    <a:lstStyle/>
                    <a:p>
                      <a:r>
                        <a:rPr lang="es-ES" sz="1800" dirty="0">
                          <a:effectLst/>
                        </a:rPr>
                        <a:t>José Sánchez</a:t>
                      </a:r>
                    </a:p>
                  </a:txBody>
                  <a:tcPr marL="141099" marR="141099" marT="70549" marB="70549" anchor="ctr"/>
                </a:tc>
                <a:tc>
                  <a:txBody>
                    <a:bodyPr/>
                    <a:lstStyle/>
                    <a:p>
                      <a:r>
                        <a:rPr lang="es-ES" sz="1800">
                          <a:effectLst/>
                        </a:rPr>
                        <a:t>Administrativo</a:t>
                      </a:r>
                    </a:p>
                  </a:txBody>
                  <a:tcPr marL="141099" marR="141099" marT="70549" marB="70549" anchor="ctr"/>
                </a:tc>
                <a:tc>
                  <a:txBody>
                    <a:bodyPr/>
                    <a:lstStyle/>
                    <a:p>
                      <a:r>
                        <a:rPr lang="es-ES" sz="1800">
                          <a:effectLst/>
                        </a:rPr>
                        <a:t>1500</a:t>
                      </a:r>
                    </a:p>
                  </a:txBody>
                  <a:tcPr marL="141099" marR="141099" marT="70549" marB="70549" anchor="ctr"/>
                </a:tc>
                <a:tc>
                  <a:txBody>
                    <a:bodyPr/>
                    <a:lstStyle/>
                    <a:p>
                      <a:r>
                        <a:rPr lang="es-ES" sz="1800" dirty="0">
                          <a:effectLst/>
                          <a:hlinkClick r:id="rId7"/>
                        </a:rPr>
                        <a:t>joss@edu.es</a:t>
                      </a:r>
                      <a:endParaRPr lang="es-ES" sz="1800" dirty="0">
                        <a:effectLst/>
                      </a:endParaRPr>
                    </a:p>
                  </a:txBody>
                  <a:tcPr marL="141099" marR="141099" marT="70549" marB="70549" anchor="ctr"/>
                </a:tc>
                <a:extLst>
                  <a:ext uri="{0D108BD9-81ED-4DB2-BD59-A6C34878D82A}">
                    <a16:rowId xmlns:a16="http://schemas.microsoft.com/office/drawing/2014/main" val="3772948077"/>
                  </a:ext>
                </a:extLst>
              </a:tr>
            </a:tbl>
          </a:graphicData>
        </a:graphic>
      </p:graphicFrame>
      <p:graphicFrame>
        <p:nvGraphicFramePr>
          <p:cNvPr id="16" name="Tabla 15">
            <a:extLst>
              <a:ext uri="{FF2B5EF4-FFF2-40B4-BE49-F238E27FC236}">
                <a16:creationId xmlns:a16="http://schemas.microsoft.com/office/drawing/2014/main" id="{A66E6ED4-22AB-C123-4BAB-79AF26384745}"/>
              </a:ext>
            </a:extLst>
          </p:cNvPr>
          <p:cNvGraphicFramePr>
            <a:graphicFrameLocks noGrp="1"/>
          </p:cNvGraphicFramePr>
          <p:nvPr>
            <p:extLst>
              <p:ext uri="{D42A27DB-BD31-4B8C-83A1-F6EECF244321}">
                <p14:modId xmlns:p14="http://schemas.microsoft.com/office/powerpoint/2010/main" val="2708819465"/>
              </p:ext>
            </p:extLst>
          </p:nvPr>
        </p:nvGraphicFramePr>
        <p:xfrm>
          <a:off x="162569" y="4219802"/>
          <a:ext cx="4347514" cy="1817794"/>
        </p:xfrm>
        <a:graphic>
          <a:graphicData uri="http://schemas.openxmlformats.org/drawingml/2006/table">
            <a:tbl>
              <a:tblPr firstRow="1" bandRow="1">
                <a:tableStyleId>{00A15C55-8517-42AA-B614-E9B94910E393}</a:tableStyleId>
              </a:tblPr>
              <a:tblGrid>
                <a:gridCol w="649400">
                  <a:extLst>
                    <a:ext uri="{9D8B030D-6E8A-4147-A177-3AD203B41FA5}">
                      <a16:colId xmlns:a16="http://schemas.microsoft.com/office/drawing/2014/main" val="1411730683"/>
                    </a:ext>
                  </a:extLst>
                </a:gridCol>
                <a:gridCol w="1261008">
                  <a:extLst>
                    <a:ext uri="{9D8B030D-6E8A-4147-A177-3AD203B41FA5}">
                      <a16:colId xmlns:a16="http://schemas.microsoft.com/office/drawing/2014/main" val="1053716197"/>
                    </a:ext>
                  </a:extLst>
                </a:gridCol>
                <a:gridCol w="1546508">
                  <a:extLst>
                    <a:ext uri="{9D8B030D-6E8A-4147-A177-3AD203B41FA5}">
                      <a16:colId xmlns:a16="http://schemas.microsoft.com/office/drawing/2014/main" val="466200512"/>
                    </a:ext>
                  </a:extLst>
                </a:gridCol>
                <a:gridCol w="890598">
                  <a:extLst>
                    <a:ext uri="{9D8B030D-6E8A-4147-A177-3AD203B41FA5}">
                      <a16:colId xmlns:a16="http://schemas.microsoft.com/office/drawing/2014/main" val="781925501"/>
                    </a:ext>
                  </a:extLst>
                </a:gridCol>
              </a:tblGrid>
              <a:tr h="302644">
                <a:tc>
                  <a:txBody>
                    <a:bodyPr/>
                    <a:lstStyle/>
                    <a:p>
                      <a:r>
                        <a:rPr lang="es-ES" sz="1400" b="1" dirty="0" err="1">
                          <a:effectLst/>
                        </a:rPr>
                        <a:t>nss</a:t>
                      </a:r>
                      <a:endParaRPr lang="es-ES" sz="1400" b="1" dirty="0">
                        <a:effectLst/>
                      </a:endParaRPr>
                    </a:p>
                  </a:txBody>
                  <a:tcPr marL="141099" marR="141099" marT="70549" marB="70549" anchor="ctr">
                    <a:solidFill>
                      <a:schemeClr val="accent2"/>
                    </a:solidFill>
                  </a:tcPr>
                </a:tc>
                <a:tc>
                  <a:txBody>
                    <a:bodyPr/>
                    <a:lstStyle/>
                    <a:p>
                      <a:r>
                        <a:rPr lang="es-ES" sz="1400" dirty="0">
                          <a:effectLst/>
                        </a:rPr>
                        <a:t>nombre</a:t>
                      </a:r>
                    </a:p>
                  </a:txBody>
                  <a:tcPr marL="141099" marR="141099" marT="70549" marB="70549" anchor="ctr"/>
                </a:tc>
                <a:tc>
                  <a:txBody>
                    <a:bodyPr/>
                    <a:lstStyle/>
                    <a:p>
                      <a:r>
                        <a:rPr lang="es-ES" sz="1400" dirty="0">
                          <a:effectLst/>
                        </a:rPr>
                        <a:t>puesto</a:t>
                      </a:r>
                    </a:p>
                  </a:txBody>
                  <a:tcPr marL="141099" marR="141099" marT="70549" marB="70549" anchor="ctr"/>
                </a:tc>
                <a:tc>
                  <a:txBody>
                    <a:bodyPr/>
                    <a:lstStyle/>
                    <a:p>
                      <a:r>
                        <a:rPr lang="es-ES" sz="1400" dirty="0">
                          <a:effectLst/>
                        </a:rPr>
                        <a:t>salario</a:t>
                      </a:r>
                    </a:p>
                  </a:txBody>
                  <a:tcPr marL="141099" marR="141099" marT="70549" marB="70549" anchor="ctr"/>
                </a:tc>
                <a:extLst>
                  <a:ext uri="{0D108BD9-81ED-4DB2-BD59-A6C34878D82A}">
                    <a16:rowId xmlns:a16="http://schemas.microsoft.com/office/drawing/2014/main" val="723363103"/>
                  </a:ext>
                </a:extLst>
              </a:tr>
              <a:tr h="447759">
                <a:tc>
                  <a:txBody>
                    <a:bodyPr/>
                    <a:lstStyle/>
                    <a:p>
                      <a:r>
                        <a:rPr lang="es-ES" sz="1400" dirty="0">
                          <a:effectLst/>
                        </a:rPr>
                        <a:t>111</a:t>
                      </a:r>
                    </a:p>
                  </a:txBody>
                  <a:tcPr marL="141099" marR="141099" marT="70549" marB="70549" anchor="ctr"/>
                </a:tc>
                <a:tc>
                  <a:txBody>
                    <a:bodyPr/>
                    <a:lstStyle/>
                    <a:p>
                      <a:r>
                        <a:rPr lang="es-ES" sz="1400" dirty="0">
                          <a:effectLst/>
                        </a:rPr>
                        <a:t>Luis Pérez</a:t>
                      </a:r>
                    </a:p>
                  </a:txBody>
                  <a:tcPr marL="141099" marR="141099" marT="70549" marB="70549" anchor="ctr"/>
                </a:tc>
                <a:tc>
                  <a:txBody>
                    <a:bodyPr/>
                    <a:lstStyle/>
                    <a:p>
                      <a:r>
                        <a:rPr lang="es-ES" sz="1400" dirty="0">
                          <a:effectLst/>
                        </a:rPr>
                        <a:t>Jefe de Unidad</a:t>
                      </a:r>
                    </a:p>
                  </a:txBody>
                  <a:tcPr marL="141099" marR="141099" marT="70549" marB="70549" anchor="ctr"/>
                </a:tc>
                <a:tc>
                  <a:txBody>
                    <a:bodyPr/>
                    <a:lstStyle/>
                    <a:p>
                      <a:r>
                        <a:rPr lang="es-ES" sz="1400" dirty="0">
                          <a:effectLst/>
                        </a:rPr>
                        <a:t>3000</a:t>
                      </a:r>
                    </a:p>
                  </a:txBody>
                  <a:tcPr marL="141099" marR="141099" marT="70549" marB="70549" anchor="ctr"/>
                </a:tc>
                <a:extLst>
                  <a:ext uri="{0D108BD9-81ED-4DB2-BD59-A6C34878D82A}">
                    <a16:rowId xmlns:a16="http://schemas.microsoft.com/office/drawing/2014/main" val="1801272498"/>
                  </a:ext>
                </a:extLst>
              </a:tr>
              <a:tr h="447759">
                <a:tc>
                  <a:txBody>
                    <a:bodyPr/>
                    <a:lstStyle/>
                    <a:p>
                      <a:r>
                        <a:rPr lang="es-ES" sz="1400" dirty="0">
                          <a:effectLst/>
                        </a:rPr>
                        <a:t>150</a:t>
                      </a:r>
                    </a:p>
                  </a:txBody>
                  <a:tcPr marL="141099" marR="141099" marT="70549" marB="70549" anchor="ctr"/>
                </a:tc>
                <a:tc>
                  <a:txBody>
                    <a:bodyPr/>
                    <a:lstStyle/>
                    <a:p>
                      <a:r>
                        <a:rPr lang="es-ES" sz="1400">
                          <a:effectLst/>
                        </a:rPr>
                        <a:t>María Ruiz</a:t>
                      </a:r>
                    </a:p>
                  </a:txBody>
                  <a:tcPr marL="141099" marR="141099" marT="70549" marB="70549" anchor="ctr"/>
                </a:tc>
                <a:tc>
                  <a:txBody>
                    <a:bodyPr/>
                    <a:lstStyle/>
                    <a:p>
                      <a:r>
                        <a:rPr lang="es-ES" sz="1400">
                          <a:effectLst/>
                        </a:rPr>
                        <a:t>Jefa Técnica</a:t>
                      </a:r>
                    </a:p>
                  </a:txBody>
                  <a:tcPr marL="141099" marR="141099" marT="70549" marB="70549" anchor="ctr"/>
                </a:tc>
                <a:tc>
                  <a:txBody>
                    <a:bodyPr/>
                    <a:lstStyle/>
                    <a:p>
                      <a:r>
                        <a:rPr lang="es-ES" sz="1400">
                          <a:effectLst/>
                        </a:rPr>
                        <a:t>2200</a:t>
                      </a:r>
                    </a:p>
                  </a:txBody>
                  <a:tcPr marL="141099" marR="141099" marT="70549" marB="70549" anchor="ctr"/>
                </a:tc>
                <a:extLst>
                  <a:ext uri="{0D108BD9-81ED-4DB2-BD59-A6C34878D82A}">
                    <a16:rowId xmlns:a16="http://schemas.microsoft.com/office/drawing/2014/main" val="627772367"/>
                  </a:ext>
                </a:extLst>
              </a:tr>
              <a:tr h="447759">
                <a:tc>
                  <a:txBody>
                    <a:bodyPr/>
                    <a:lstStyle/>
                    <a:p>
                      <a:r>
                        <a:rPr lang="es-ES" sz="1400" dirty="0">
                          <a:effectLst/>
                        </a:rPr>
                        <a:t>232</a:t>
                      </a:r>
                    </a:p>
                  </a:txBody>
                  <a:tcPr marL="141099" marR="141099" marT="70549" marB="70549" anchor="ctr"/>
                </a:tc>
                <a:tc>
                  <a:txBody>
                    <a:bodyPr/>
                    <a:lstStyle/>
                    <a:p>
                      <a:r>
                        <a:rPr lang="es-ES" sz="1400" dirty="0">
                          <a:effectLst/>
                        </a:rPr>
                        <a:t>José Sánchez</a:t>
                      </a:r>
                    </a:p>
                  </a:txBody>
                  <a:tcPr marL="141099" marR="141099" marT="70549" marB="70549" anchor="ctr"/>
                </a:tc>
                <a:tc>
                  <a:txBody>
                    <a:bodyPr/>
                    <a:lstStyle/>
                    <a:p>
                      <a:r>
                        <a:rPr lang="es-ES" sz="1400" dirty="0">
                          <a:effectLst/>
                        </a:rPr>
                        <a:t>Administrativo</a:t>
                      </a:r>
                    </a:p>
                  </a:txBody>
                  <a:tcPr marL="141099" marR="141099" marT="70549" marB="70549" anchor="ctr"/>
                </a:tc>
                <a:tc>
                  <a:txBody>
                    <a:bodyPr/>
                    <a:lstStyle/>
                    <a:p>
                      <a:r>
                        <a:rPr lang="es-ES" sz="1400" dirty="0">
                          <a:effectLst/>
                        </a:rPr>
                        <a:t>1500</a:t>
                      </a:r>
                    </a:p>
                  </a:txBody>
                  <a:tcPr marL="141099" marR="141099" marT="70549" marB="70549" anchor="ctr"/>
                </a:tc>
                <a:extLst>
                  <a:ext uri="{0D108BD9-81ED-4DB2-BD59-A6C34878D82A}">
                    <a16:rowId xmlns:a16="http://schemas.microsoft.com/office/drawing/2014/main" val="3772948077"/>
                  </a:ext>
                </a:extLst>
              </a:tr>
            </a:tbl>
          </a:graphicData>
        </a:graphic>
      </p:graphicFrame>
      <p:graphicFrame>
        <p:nvGraphicFramePr>
          <p:cNvPr id="18" name="Tabla 17">
            <a:extLst>
              <a:ext uri="{FF2B5EF4-FFF2-40B4-BE49-F238E27FC236}">
                <a16:creationId xmlns:a16="http://schemas.microsoft.com/office/drawing/2014/main" id="{35372427-BE19-3C59-39F4-97813A7D0E12}"/>
              </a:ext>
            </a:extLst>
          </p:cNvPr>
          <p:cNvGraphicFramePr>
            <a:graphicFrameLocks noGrp="1"/>
          </p:cNvGraphicFramePr>
          <p:nvPr>
            <p:extLst>
              <p:ext uri="{D42A27DB-BD31-4B8C-83A1-F6EECF244321}">
                <p14:modId xmlns:p14="http://schemas.microsoft.com/office/powerpoint/2010/main" val="758595859"/>
              </p:ext>
            </p:extLst>
          </p:nvPr>
        </p:nvGraphicFramePr>
        <p:xfrm>
          <a:off x="6012159" y="3945352"/>
          <a:ext cx="2160240" cy="2827254"/>
        </p:xfrm>
        <a:graphic>
          <a:graphicData uri="http://schemas.openxmlformats.org/drawingml/2006/table">
            <a:tbl>
              <a:tblPr firstRow="1" bandRow="1">
                <a:tableStyleId>{00A15C55-8517-42AA-B614-E9B94910E393}</a:tableStyleId>
              </a:tblPr>
              <a:tblGrid>
                <a:gridCol w="734325">
                  <a:extLst>
                    <a:ext uri="{9D8B030D-6E8A-4147-A177-3AD203B41FA5}">
                      <a16:colId xmlns:a16="http://schemas.microsoft.com/office/drawing/2014/main" val="257093666"/>
                    </a:ext>
                  </a:extLst>
                </a:gridCol>
                <a:gridCol w="1425915">
                  <a:extLst>
                    <a:ext uri="{9D8B030D-6E8A-4147-A177-3AD203B41FA5}">
                      <a16:colId xmlns:a16="http://schemas.microsoft.com/office/drawing/2014/main" val="601494603"/>
                    </a:ext>
                  </a:extLst>
                </a:gridCol>
              </a:tblGrid>
              <a:tr h="260002">
                <a:tc>
                  <a:txBody>
                    <a:bodyPr/>
                    <a:lstStyle/>
                    <a:p>
                      <a:r>
                        <a:rPr lang="es-ES" sz="1400" b="1" dirty="0" err="1">
                          <a:effectLst/>
                        </a:rPr>
                        <a:t>nss</a:t>
                      </a:r>
                      <a:endParaRPr lang="es-ES" sz="1400" b="1" dirty="0">
                        <a:effectLst/>
                      </a:endParaRPr>
                    </a:p>
                  </a:txBody>
                  <a:tcPr marL="141099" marR="141099" marT="70549" marB="70549" anchor="ctr">
                    <a:solidFill>
                      <a:schemeClr val="accent2"/>
                    </a:solidFill>
                  </a:tcPr>
                </a:tc>
                <a:tc>
                  <a:txBody>
                    <a:bodyPr/>
                    <a:lstStyle/>
                    <a:p>
                      <a:r>
                        <a:rPr lang="es-ES" sz="1400" dirty="0">
                          <a:effectLst/>
                        </a:rPr>
                        <a:t>nombre</a:t>
                      </a:r>
                    </a:p>
                  </a:txBody>
                  <a:tcPr marL="141099" marR="141099" marT="70549" marB="70549" anchor="ctr">
                    <a:solidFill>
                      <a:schemeClr val="accent2"/>
                    </a:solidFill>
                  </a:tcPr>
                </a:tc>
                <a:extLst>
                  <a:ext uri="{0D108BD9-81ED-4DB2-BD59-A6C34878D82A}">
                    <a16:rowId xmlns:a16="http://schemas.microsoft.com/office/drawing/2014/main" val="2850567030"/>
                  </a:ext>
                </a:extLst>
              </a:tr>
              <a:tr h="416506">
                <a:tc>
                  <a:txBody>
                    <a:bodyPr/>
                    <a:lstStyle/>
                    <a:p>
                      <a:r>
                        <a:rPr lang="es-ES" sz="1400" dirty="0">
                          <a:effectLst/>
                        </a:rPr>
                        <a:t>111</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err="1">
                          <a:effectLst/>
                          <a:hlinkClick r:id="rId4"/>
                        </a:rPr>
                        <a:t>luisp@edu.e</a:t>
                      </a:r>
                      <a:endParaRPr lang="es-ES" sz="1400" dirty="0">
                        <a:effectLst/>
                        <a:hlinkClick r:id="rId4"/>
                      </a:endParaRPr>
                    </a:p>
                    <a:p>
                      <a:endParaRPr lang="es-ES" sz="1400" dirty="0">
                        <a:effectLst/>
                      </a:endParaRPr>
                    </a:p>
                  </a:txBody>
                  <a:tcPr marL="141099" marR="141099" marT="70549" marB="70549" anchor="ctr"/>
                </a:tc>
                <a:extLst>
                  <a:ext uri="{0D108BD9-81ED-4DB2-BD59-A6C34878D82A}">
                    <a16:rowId xmlns:a16="http://schemas.microsoft.com/office/drawing/2014/main" val="2402767218"/>
                  </a:ext>
                </a:extLst>
              </a:tr>
              <a:tr h="4165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rPr>
                        <a:t>111</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hlinkClick r:id="rId4"/>
                        </a:rPr>
                        <a:t>jefu2@edu.es</a:t>
                      </a:r>
                      <a:endParaRPr lang="es-ES" sz="1400" dirty="0">
                        <a:effectLst/>
                      </a:endParaRPr>
                    </a:p>
                    <a:p>
                      <a:endParaRPr lang="es-ES" sz="1400" dirty="0">
                        <a:effectLst/>
                      </a:endParaRPr>
                    </a:p>
                  </a:txBody>
                  <a:tcPr marL="141099" marR="141099" marT="70549" marB="70549" anchor="ctr"/>
                </a:tc>
                <a:extLst>
                  <a:ext uri="{0D108BD9-81ED-4DB2-BD59-A6C34878D82A}">
                    <a16:rowId xmlns:a16="http://schemas.microsoft.com/office/drawing/2014/main" val="3955856175"/>
                  </a:ext>
                </a:extLst>
              </a:tr>
              <a:tr h="416506">
                <a:tc>
                  <a:txBody>
                    <a:bodyPr/>
                    <a:lstStyle/>
                    <a:p>
                      <a:r>
                        <a:rPr lang="es-ES" sz="1400" dirty="0">
                          <a:effectLst/>
                        </a:rPr>
                        <a:t>150</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hlinkClick r:id="rId5"/>
                        </a:rPr>
                        <a:t>marr@edu.es</a:t>
                      </a:r>
                      <a:endParaRPr lang="es-ES" sz="1400" dirty="0">
                        <a:effectLst/>
                      </a:endParaRPr>
                    </a:p>
                    <a:p>
                      <a:endParaRPr lang="es-ES" sz="1400" dirty="0">
                        <a:effectLst/>
                      </a:endParaRPr>
                    </a:p>
                  </a:txBody>
                  <a:tcPr marL="141099" marR="141099" marT="70549" marB="70549" anchor="ctr"/>
                </a:tc>
                <a:extLst>
                  <a:ext uri="{0D108BD9-81ED-4DB2-BD59-A6C34878D82A}">
                    <a16:rowId xmlns:a16="http://schemas.microsoft.com/office/drawing/2014/main" val="1901354099"/>
                  </a:ext>
                </a:extLst>
              </a:tr>
              <a:tr h="384671">
                <a:tc>
                  <a:txBody>
                    <a:bodyPr/>
                    <a:lstStyle/>
                    <a:p>
                      <a:r>
                        <a:rPr lang="es-ES" sz="1400">
                          <a:effectLst/>
                        </a:rPr>
                        <a:t>150</a:t>
                      </a:r>
                    </a:p>
                  </a:txBody>
                  <a:tcPr marL="141099" marR="141099" marT="70549" marB="70549" anchor="ctr"/>
                </a:tc>
                <a:tc>
                  <a:txBody>
                    <a:bodyPr/>
                    <a:lstStyle/>
                    <a:p>
                      <a:r>
                        <a:rPr lang="es-ES" sz="1400" dirty="0">
                          <a:effectLst/>
                          <a:hlinkClick r:id="rId6"/>
                        </a:rPr>
                        <a:t>jeft@edu.es</a:t>
                      </a:r>
                      <a:endParaRPr lang="es-ES" sz="1400" dirty="0">
                        <a:effectLst/>
                      </a:endParaRPr>
                    </a:p>
                  </a:txBody>
                  <a:tcPr marL="141099" marR="141099" marT="70549" marB="70549" anchor="ctr"/>
                </a:tc>
                <a:extLst>
                  <a:ext uri="{0D108BD9-81ED-4DB2-BD59-A6C34878D82A}">
                    <a16:rowId xmlns:a16="http://schemas.microsoft.com/office/drawing/2014/main" val="3606721093"/>
                  </a:ext>
                </a:extLst>
              </a:tr>
              <a:tr h="384671">
                <a:tc>
                  <a:txBody>
                    <a:bodyPr/>
                    <a:lstStyle/>
                    <a:p>
                      <a:r>
                        <a:rPr lang="es-ES" sz="1400">
                          <a:effectLst/>
                        </a:rPr>
                        <a:t>232</a:t>
                      </a:r>
                    </a:p>
                  </a:txBody>
                  <a:tcPr marL="141099" marR="141099" marT="70549" marB="70549" anchor="ctr"/>
                </a:tc>
                <a:tc>
                  <a:txBody>
                    <a:bodyPr/>
                    <a:lstStyle/>
                    <a:p>
                      <a:r>
                        <a:rPr lang="es-ES" sz="1400" dirty="0">
                          <a:effectLst/>
                          <a:hlinkClick r:id="rId7"/>
                        </a:rPr>
                        <a:t>joss@edu.es</a:t>
                      </a:r>
                      <a:endParaRPr lang="es-ES" sz="1400" dirty="0">
                        <a:effectLst/>
                      </a:endParaRPr>
                    </a:p>
                  </a:txBody>
                  <a:tcPr marL="141099" marR="141099" marT="70549" marB="70549" anchor="ctr"/>
                </a:tc>
                <a:extLst>
                  <a:ext uri="{0D108BD9-81ED-4DB2-BD59-A6C34878D82A}">
                    <a16:rowId xmlns:a16="http://schemas.microsoft.com/office/drawing/2014/main" val="1488490901"/>
                  </a:ext>
                </a:extLst>
              </a:tr>
            </a:tbl>
          </a:graphicData>
        </a:graphic>
      </p:graphicFrame>
    </p:spTree>
    <p:extLst>
      <p:ext uri="{BB962C8B-B14F-4D97-AF65-F5344CB8AC3E}">
        <p14:creationId xmlns:p14="http://schemas.microsoft.com/office/powerpoint/2010/main" val="36502544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8329E-63ED-4A23-A2DA-897FF63DECB2}"/>
              </a:ext>
            </a:extLst>
          </p:cNvPr>
          <p:cNvSpPr>
            <a:spLocks noGrp="1"/>
          </p:cNvSpPr>
          <p:nvPr>
            <p:ph type="title"/>
          </p:nvPr>
        </p:nvSpPr>
        <p:spPr>
          <a:xfrm>
            <a:off x="136029" y="136524"/>
            <a:ext cx="8108380" cy="648072"/>
          </a:xfrm>
        </p:spPr>
        <p:txBody>
          <a:bodyPr/>
          <a:lstStyle/>
          <a:p>
            <a:r>
              <a:rPr lang="es-ES" dirty="0"/>
              <a:t>Segunda forma normal (2 FN)</a:t>
            </a:r>
          </a:p>
        </p:txBody>
      </p:sp>
      <p:sp>
        <p:nvSpPr>
          <p:cNvPr id="3" name="Marcador de contenido 2">
            <a:extLst>
              <a:ext uri="{FF2B5EF4-FFF2-40B4-BE49-F238E27FC236}">
                <a16:creationId xmlns:a16="http://schemas.microsoft.com/office/drawing/2014/main" id="{3CDB9DFA-8B7A-43AF-B6DE-3B4599EF554F}"/>
              </a:ext>
            </a:extLst>
          </p:cNvPr>
          <p:cNvSpPr>
            <a:spLocks noGrp="1"/>
          </p:cNvSpPr>
          <p:nvPr>
            <p:ph idx="1"/>
          </p:nvPr>
        </p:nvSpPr>
        <p:spPr>
          <a:xfrm>
            <a:off x="265783" y="775790"/>
            <a:ext cx="7848872" cy="2684393"/>
          </a:xfrm>
        </p:spPr>
        <p:txBody>
          <a:bodyPr>
            <a:normAutofit/>
          </a:bodyPr>
          <a:lstStyle/>
          <a:p>
            <a:r>
              <a:rPr lang="es-ES" sz="1800" dirty="0">
                <a:sym typeface="Wingdings" panose="05000000000000000000" pitchFamily="2" charset="2"/>
              </a:rPr>
              <a:t>Debe estar en primera formal normal (1 FN)</a:t>
            </a:r>
          </a:p>
          <a:p>
            <a:r>
              <a:rPr lang="es-ES" sz="1800" dirty="0">
                <a:sym typeface="Wingdings" panose="05000000000000000000" pitchFamily="2" charset="2"/>
              </a:rPr>
              <a:t>Recuerda que todos los atributos que no sean de la clave principal dependen de la clave completa.</a:t>
            </a:r>
          </a:p>
          <a:p>
            <a:r>
              <a:rPr lang="es-ES" sz="1800" dirty="0">
                <a:sym typeface="Wingdings" panose="05000000000000000000" pitchFamily="2" charset="2"/>
              </a:rPr>
              <a:t>Si está en 1FN y clave principal de un campo, ya está en 2FN.</a:t>
            </a:r>
          </a:p>
          <a:p>
            <a:r>
              <a:rPr lang="es-ES" sz="1800" dirty="0">
                <a:sym typeface="Wingdings" panose="05000000000000000000" pitchFamily="2" charset="2"/>
              </a:rPr>
              <a:t>SOLUCIÓN:</a:t>
            </a:r>
          </a:p>
          <a:p>
            <a:pPr lvl="1"/>
            <a:r>
              <a:rPr lang="es-ES" sz="1600" dirty="0">
                <a:sym typeface="Wingdings" panose="05000000000000000000" pitchFamily="2" charset="2"/>
              </a:rPr>
              <a:t>La manera de solucionarlo es llevar el atributo parcialmente dependiente junto con la parte de la clave primara de la que depende a otra relación.</a:t>
            </a:r>
          </a:p>
          <a:p>
            <a:r>
              <a:rPr lang="es-ES" sz="1800" dirty="0">
                <a:sym typeface="Wingdings" panose="05000000000000000000" pitchFamily="2" charset="2"/>
              </a:rPr>
              <a:t>En nuestro caso las dos relaciones obtenidas lo están ya.</a:t>
            </a:r>
          </a:p>
          <a:p>
            <a:pPr lvl="1"/>
            <a:endParaRPr lang="es-ES" sz="1600" dirty="0">
              <a:sym typeface="Wingdings" panose="05000000000000000000" pitchFamily="2" charset="2"/>
            </a:endParaRPr>
          </a:p>
          <a:p>
            <a:pPr marL="0" indent="0">
              <a:buNone/>
            </a:pPr>
            <a:endParaRPr lang="es-ES" sz="1800" dirty="0"/>
          </a:p>
        </p:txBody>
      </p:sp>
      <p:sp>
        <p:nvSpPr>
          <p:cNvPr id="4" name="Marcador de número de diapositiva 3">
            <a:extLst>
              <a:ext uri="{FF2B5EF4-FFF2-40B4-BE49-F238E27FC236}">
                <a16:creationId xmlns:a16="http://schemas.microsoft.com/office/drawing/2014/main" id="{F7FA39CB-35A6-4406-BE60-0146580AD2FF}"/>
              </a:ext>
            </a:extLst>
          </p:cNvPr>
          <p:cNvSpPr>
            <a:spLocks noGrp="1"/>
          </p:cNvSpPr>
          <p:nvPr>
            <p:ph type="sldNum" sz="quarter" idx="12"/>
          </p:nvPr>
        </p:nvSpPr>
        <p:spPr/>
        <p:txBody>
          <a:bodyPr/>
          <a:lstStyle/>
          <a:p>
            <a:pPr>
              <a:defRPr/>
            </a:pPr>
            <a:fld id="{D59A6A4B-46E3-43DE-99F2-D9A5AD28FA7D}" type="slidenum">
              <a:rPr lang="es-ES" altLang="es-ES" smtClean="0"/>
              <a:pPr>
                <a:defRPr/>
              </a:pPr>
              <a:t>5</a:t>
            </a:fld>
            <a:endParaRPr lang="es-ES" altLang="es-ES"/>
          </a:p>
        </p:txBody>
      </p:sp>
      <p:sp>
        <p:nvSpPr>
          <p:cNvPr id="7" name="CuadroTexto 6">
            <a:extLst>
              <a:ext uri="{FF2B5EF4-FFF2-40B4-BE49-F238E27FC236}">
                <a16:creationId xmlns:a16="http://schemas.microsoft.com/office/drawing/2014/main" id="{ACC62D34-FA78-2D18-E1CE-65452E6D09BB}"/>
              </a:ext>
            </a:extLst>
          </p:cNvPr>
          <p:cNvSpPr txBox="1"/>
          <p:nvPr/>
        </p:nvSpPr>
        <p:spPr>
          <a:xfrm>
            <a:off x="395536" y="3454231"/>
            <a:ext cx="3240360" cy="276999"/>
          </a:xfrm>
          <a:prstGeom prst="rect">
            <a:avLst/>
          </a:prstGeom>
          <a:noFill/>
          <a:effectLst>
            <a:outerShdw blurRad="50800" dist="38100" dir="5400000" algn="t" rotWithShape="0">
              <a:prstClr val="black">
                <a:alpha val="40000"/>
              </a:prstClr>
            </a:outerShdw>
          </a:effectLst>
        </p:spPr>
        <p:txBody>
          <a:bodyPr wrap="square">
            <a:spAutoFit/>
          </a:bodyPr>
          <a:lstStyle/>
          <a:p>
            <a:r>
              <a:rPr lang="es-ES" sz="1200" dirty="0"/>
              <a:t>EMPLEADOS(</a:t>
            </a:r>
            <a:r>
              <a:rPr lang="es-ES" sz="1200" u="sng" dirty="0" err="1"/>
              <a:t>nss</a:t>
            </a:r>
            <a:r>
              <a:rPr lang="es-ES" sz="1200" dirty="0"/>
              <a:t>, nombre, puesto, salario)</a:t>
            </a:r>
          </a:p>
        </p:txBody>
      </p:sp>
      <p:sp>
        <p:nvSpPr>
          <p:cNvPr id="8" name="CuadroTexto 7">
            <a:extLst>
              <a:ext uri="{FF2B5EF4-FFF2-40B4-BE49-F238E27FC236}">
                <a16:creationId xmlns:a16="http://schemas.microsoft.com/office/drawing/2014/main" id="{74FA4195-D5AA-AC40-7C0F-70192DFE2601}"/>
              </a:ext>
            </a:extLst>
          </p:cNvPr>
          <p:cNvSpPr txBox="1"/>
          <p:nvPr/>
        </p:nvSpPr>
        <p:spPr>
          <a:xfrm>
            <a:off x="6012159" y="3359703"/>
            <a:ext cx="1576623" cy="276999"/>
          </a:xfrm>
          <a:prstGeom prst="rect">
            <a:avLst/>
          </a:prstGeom>
          <a:noFill/>
          <a:effectLst>
            <a:outerShdw blurRad="50800" dist="38100" dir="5400000" algn="t" rotWithShape="0">
              <a:prstClr val="black">
                <a:alpha val="40000"/>
              </a:prstClr>
            </a:outerShdw>
          </a:effectLst>
        </p:spPr>
        <p:txBody>
          <a:bodyPr wrap="square">
            <a:spAutoFit/>
          </a:bodyPr>
          <a:lstStyle/>
          <a:p>
            <a:r>
              <a:rPr lang="es-ES" sz="1200" dirty="0"/>
              <a:t>EMAILS(</a:t>
            </a:r>
            <a:r>
              <a:rPr lang="es-ES" sz="1200" u="sng" dirty="0" err="1"/>
              <a:t>nss</a:t>
            </a:r>
            <a:r>
              <a:rPr lang="es-ES" sz="1200" dirty="0"/>
              <a:t>, </a:t>
            </a:r>
            <a:r>
              <a:rPr lang="es-ES" sz="1200" u="sng" dirty="0"/>
              <a:t>email</a:t>
            </a:r>
            <a:r>
              <a:rPr lang="es-ES" sz="1200" dirty="0"/>
              <a:t>)</a:t>
            </a:r>
          </a:p>
        </p:txBody>
      </p:sp>
      <p:graphicFrame>
        <p:nvGraphicFramePr>
          <p:cNvPr id="10" name="Tabla 9">
            <a:extLst>
              <a:ext uri="{FF2B5EF4-FFF2-40B4-BE49-F238E27FC236}">
                <a16:creationId xmlns:a16="http://schemas.microsoft.com/office/drawing/2014/main" id="{139C3568-F436-E4E2-5119-B69B201C6E1C}"/>
              </a:ext>
            </a:extLst>
          </p:cNvPr>
          <p:cNvGraphicFramePr>
            <a:graphicFrameLocks noGrp="1"/>
          </p:cNvGraphicFramePr>
          <p:nvPr>
            <p:extLst>
              <p:ext uri="{D42A27DB-BD31-4B8C-83A1-F6EECF244321}">
                <p14:modId xmlns:p14="http://schemas.microsoft.com/office/powerpoint/2010/main" val="321520963"/>
              </p:ext>
            </p:extLst>
          </p:nvPr>
        </p:nvGraphicFramePr>
        <p:xfrm>
          <a:off x="162569" y="3972540"/>
          <a:ext cx="4347514" cy="1817794"/>
        </p:xfrm>
        <a:graphic>
          <a:graphicData uri="http://schemas.openxmlformats.org/drawingml/2006/table">
            <a:tbl>
              <a:tblPr firstRow="1" bandRow="1">
                <a:tableStyleId>{00A15C55-8517-42AA-B614-E9B94910E393}</a:tableStyleId>
              </a:tblPr>
              <a:tblGrid>
                <a:gridCol w="649400">
                  <a:extLst>
                    <a:ext uri="{9D8B030D-6E8A-4147-A177-3AD203B41FA5}">
                      <a16:colId xmlns:a16="http://schemas.microsoft.com/office/drawing/2014/main" val="1411730683"/>
                    </a:ext>
                  </a:extLst>
                </a:gridCol>
                <a:gridCol w="1261008">
                  <a:extLst>
                    <a:ext uri="{9D8B030D-6E8A-4147-A177-3AD203B41FA5}">
                      <a16:colId xmlns:a16="http://schemas.microsoft.com/office/drawing/2014/main" val="1053716197"/>
                    </a:ext>
                  </a:extLst>
                </a:gridCol>
                <a:gridCol w="1546508">
                  <a:extLst>
                    <a:ext uri="{9D8B030D-6E8A-4147-A177-3AD203B41FA5}">
                      <a16:colId xmlns:a16="http://schemas.microsoft.com/office/drawing/2014/main" val="466200512"/>
                    </a:ext>
                  </a:extLst>
                </a:gridCol>
                <a:gridCol w="890598">
                  <a:extLst>
                    <a:ext uri="{9D8B030D-6E8A-4147-A177-3AD203B41FA5}">
                      <a16:colId xmlns:a16="http://schemas.microsoft.com/office/drawing/2014/main" val="781925501"/>
                    </a:ext>
                  </a:extLst>
                </a:gridCol>
              </a:tblGrid>
              <a:tr h="302644">
                <a:tc>
                  <a:txBody>
                    <a:bodyPr/>
                    <a:lstStyle/>
                    <a:p>
                      <a:r>
                        <a:rPr lang="es-ES" sz="1400" b="1" dirty="0" err="1">
                          <a:effectLst/>
                        </a:rPr>
                        <a:t>nss</a:t>
                      </a:r>
                      <a:endParaRPr lang="es-ES" sz="1400" b="1" dirty="0">
                        <a:effectLst/>
                      </a:endParaRPr>
                    </a:p>
                  </a:txBody>
                  <a:tcPr marL="141099" marR="141099" marT="70549" marB="70549" anchor="ctr">
                    <a:solidFill>
                      <a:schemeClr val="accent2"/>
                    </a:solidFill>
                  </a:tcPr>
                </a:tc>
                <a:tc>
                  <a:txBody>
                    <a:bodyPr/>
                    <a:lstStyle/>
                    <a:p>
                      <a:r>
                        <a:rPr lang="es-ES" sz="1400" dirty="0">
                          <a:effectLst/>
                        </a:rPr>
                        <a:t>nombre</a:t>
                      </a:r>
                    </a:p>
                  </a:txBody>
                  <a:tcPr marL="141099" marR="141099" marT="70549" marB="70549" anchor="ctr"/>
                </a:tc>
                <a:tc>
                  <a:txBody>
                    <a:bodyPr/>
                    <a:lstStyle/>
                    <a:p>
                      <a:r>
                        <a:rPr lang="es-ES" sz="1400" dirty="0">
                          <a:effectLst/>
                        </a:rPr>
                        <a:t>puesto</a:t>
                      </a:r>
                    </a:p>
                  </a:txBody>
                  <a:tcPr marL="141099" marR="141099" marT="70549" marB="70549" anchor="ctr"/>
                </a:tc>
                <a:tc>
                  <a:txBody>
                    <a:bodyPr/>
                    <a:lstStyle/>
                    <a:p>
                      <a:r>
                        <a:rPr lang="es-ES" sz="1400" dirty="0">
                          <a:effectLst/>
                        </a:rPr>
                        <a:t>salario</a:t>
                      </a:r>
                    </a:p>
                  </a:txBody>
                  <a:tcPr marL="141099" marR="141099" marT="70549" marB="70549" anchor="ctr"/>
                </a:tc>
                <a:extLst>
                  <a:ext uri="{0D108BD9-81ED-4DB2-BD59-A6C34878D82A}">
                    <a16:rowId xmlns:a16="http://schemas.microsoft.com/office/drawing/2014/main" val="723363103"/>
                  </a:ext>
                </a:extLst>
              </a:tr>
              <a:tr h="447759">
                <a:tc>
                  <a:txBody>
                    <a:bodyPr/>
                    <a:lstStyle/>
                    <a:p>
                      <a:r>
                        <a:rPr lang="es-ES" sz="1400" dirty="0">
                          <a:effectLst/>
                        </a:rPr>
                        <a:t>111</a:t>
                      </a:r>
                    </a:p>
                  </a:txBody>
                  <a:tcPr marL="141099" marR="141099" marT="70549" marB="70549" anchor="ctr"/>
                </a:tc>
                <a:tc>
                  <a:txBody>
                    <a:bodyPr/>
                    <a:lstStyle/>
                    <a:p>
                      <a:r>
                        <a:rPr lang="es-ES" sz="1400" dirty="0">
                          <a:effectLst/>
                        </a:rPr>
                        <a:t>Luis Pérez</a:t>
                      </a:r>
                    </a:p>
                  </a:txBody>
                  <a:tcPr marL="141099" marR="141099" marT="70549" marB="70549" anchor="ctr"/>
                </a:tc>
                <a:tc>
                  <a:txBody>
                    <a:bodyPr/>
                    <a:lstStyle/>
                    <a:p>
                      <a:r>
                        <a:rPr lang="es-ES" sz="1400" dirty="0">
                          <a:effectLst/>
                        </a:rPr>
                        <a:t>Jefe de Unidad</a:t>
                      </a:r>
                    </a:p>
                  </a:txBody>
                  <a:tcPr marL="141099" marR="141099" marT="70549" marB="70549" anchor="ctr"/>
                </a:tc>
                <a:tc>
                  <a:txBody>
                    <a:bodyPr/>
                    <a:lstStyle/>
                    <a:p>
                      <a:r>
                        <a:rPr lang="es-ES" sz="1400" dirty="0">
                          <a:effectLst/>
                        </a:rPr>
                        <a:t>3000</a:t>
                      </a:r>
                    </a:p>
                  </a:txBody>
                  <a:tcPr marL="141099" marR="141099" marT="70549" marB="70549" anchor="ctr"/>
                </a:tc>
                <a:extLst>
                  <a:ext uri="{0D108BD9-81ED-4DB2-BD59-A6C34878D82A}">
                    <a16:rowId xmlns:a16="http://schemas.microsoft.com/office/drawing/2014/main" val="1801272498"/>
                  </a:ext>
                </a:extLst>
              </a:tr>
              <a:tr h="447759">
                <a:tc>
                  <a:txBody>
                    <a:bodyPr/>
                    <a:lstStyle/>
                    <a:p>
                      <a:r>
                        <a:rPr lang="es-ES" sz="1400" dirty="0">
                          <a:effectLst/>
                        </a:rPr>
                        <a:t>150</a:t>
                      </a:r>
                    </a:p>
                  </a:txBody>
                  <a:tcPr marL="141099" marR="141099" marT="70549" marB="70549" anchor="ctr"/>
                </a:tc>
                <a:tc>
                  <a:txBody>
                    <a:bodyPr/>
                    <a:lstStyle/>
                    <a:p>
                      <a:r>
                        <a:rPr lang="es-ES" sz="1400">
                          <a:effectLst/>
                        </a:rPr>
                        <a:t>María Ruiz</a:t>
                      </a:r>
                    </a:p>
                  </a:txBody>
                  <a:tcPr marL="141099" marR="141099" marT="70549" marB="70549" anchor="ctr"/>
                </a:tc>
                <a:tc>
                  <a:txBody>
                    <a:bodyPr/>
                    <a:lstStyle/>
                    <a:p>
                      <a:r>
                        <a:rPr lang="es-ES" sz="1400">
                          <a:effectLst/>
                        </a:rPr>
                        <a:t>Jefa Técnica</a:t>
                      </a:r>
                    </a:p>
                  </a:txBody>
                  <a:tcPr marL="141099" marR="141099" marT="70549" marB="70549" anchor="ctr"/>
                </a:tc>
                <a:tc>
                  <a:txBody>
                    <a:bodyPr/>
                    <a:lstStyle/>
                    <a:p>
                      <a:r>
                        <a:rPr lang="es-ES" sz="1400">
                          <a:effectLst/>
                        </a:rPr>
                        <a:t>2200</a:t>
                      </a:r>
                    </a:p>
                  </a:txBody>
                  <a:tcPr marL="141099" marR="141099" marT="70549" marB="70549" anchor="ctr"/>
                </a:tc>
                <a:extLst>
                  <a:ext uri="{0D108BD9-81ED-4DB2-BD59-A6C34878D82A}">
                    <a16:rowId xmlns:a16="http://schemas.microsoft.com/office/drawing/2014/main" val="627772367"/>
                  </a:ext>
                </a:extLst>
              </a:tr>
              <a:tr h="447759">
                <a:tc>
                  <a:txBody>
                    <a:bodyPr/>
                    <a:lstStyle/>
                    <a:p>
                      <a:r>
                        <a:rPr lang="es-ES" sz="1400" dirty="0">
                          <a:effectLst/>
                        </a:rPr>
                        <a:t>232</a:t>
                      </a:r>
                    </a:p>
                  </a:txBody>
                  <a:tcPr marL="141099" marR="141099" marT="70549" marB="70549" anchor="ctr"/>
                </a:tc>
                <a:tc>
                  <a:txBody>
                    <a:bodyPr/>
                    <a:lstStyle/>
                    <a:p>
                      <a:r>
                        <a:rPr lang="es-ES" sz="1400" dirty="0">
                          <a:effectLst/>
                        </a:rPr>
                        <a:t>José Sánchez</a:t>
                      </a:r>
                    </a:p>
                  </a:txBody>
                  <a:tcPr marL="141099" marR="141099" marT="70549" marB="70549" anchor="ctr"/>
                </a:tc>
                <a:tc>
                  <a:txBody>
                    <a:bodyPr/>
                    <a:lstStyle/>
                    <a:p>
                      <a:r>
                        <a:rPr lang="es-ES" sz="1400" dirty="0">
                          <a:effectLst/>
                        </a:rPr>
                        <a:t>Administrativo</a:t>
                      </a:r>
                    </a:p>
                  </a:txBody>
                  <a:tcPr marL="141099" marR="141099" marT="70549" marB="70549" anchor="ctr"/>
                </a:tc>
                <a:tc>
                  <a:txBody>
                    <a:bodyPr/>
                    <a:lstStyle/>
                    <a:p>
                      <a:r>
                        <a:rPr lang="es-ES" sz="1400" dirty="0">
                          <a:effectLst/>
                        </a:rPr>
                        <a:t>1500</a:t>
                      </a:r>
                    </a:p>
                  </a:txBody>
                  <a:tcPr marL="141099" marR="141099" marT="70549" marB="70549" anchor="ctr"/>
                </a:tc>
                <a:extLst>
                  <a:ext uri="{0D108BD9-81ED-4DB2-BD59-A6C34878D82A}">
                    <a16:rowId xmlns:a16="http://schemas.microsoft.com/office/drawing/2014/main" val="3772948077"/>
                  </a:ext>
                </a:extLst>
              </a:tr>
            </a:tbl>
          </a:graphicData>
        </a:graphic>
      </p:graphicFrame>
      <p:graphicFrame>
        <p:nvGraphicFramePr>
          <p:cNvPr id="11" name="Tabla 10">
            <a:extLst>
              <a:ext uri="{FF2B5EF4-FFF2-40B4-BE49-F238E27FC236}">
                <a16:creationId xmlns:a16="http://schemas.microsoft.com/office/drawing/2014/main" id="{E95B996E-BD1C-7A4B-AB95-9DBF95A3887B}"/>
              </a:ext>
            </a:extLst>
          </p:cNvPr>
          <p:cNvGraphicFramePr>
            <a:graphicFrameLocks noGrp="1"/>
          </p:cNvGraphicFramePr>
          <p:nvPr>
            <p:extLst>
              <p:ext uri="{D42A27DB-BD31-4B8C-83A1-F6EECF244321}">
                <p14:modId xmlns:p14="http://schemas.microsoft.com/office/powerpoint/2010/main" val="3765707245"/>
              </p:ext>
            </p:extLst>
          </p:nvPr>
        </p:nvGraphicFramePr>
        <p:xfrm>
          <a:off x="6012159" y="3698090"/>
          <a:ext cx="2160240" cy="2827254"/>
        </p:xfrm>
        <a:graphic>
          <a:graphicData uri="http://schemas.openxmlformats.org/drawingml/2006/table">
            <a:tbl>
              <a:tblPr firstRow="1" bandRow="1">
                <a:tableStyleId>{00A15C55-8517-42AA-B614-E9B94910E393}</a:tableStyleId>
              </a:tblPr>
              <a:tblGrid>
                <a:gridCol w="734325">
                  <a:extLst>
                    <a:ext uri="{9D8B030D-6E8A-4147-A177-3AD203B41FA5}">
                      <a16:colId xmlns:a16="http://schemas.microsoft.com/office/drawing/2014/main" val="257093666"/>
                    </a:ext>
                  </a:extLst>
                </a:gridCol>
                <a:gridCol w="1425915">
                  <a:extLst>
                    <a:ext uri="{9D8B030D-6E8A-4147-A177-3AD203B41FA5}">
                      <a16:colId xmlns:a16="http://schemas.microsoft.com/office/drawing/2014/main" val="601494603"/>
                    </a:ext>
                  </a:extLst>
                </a:gridCol>
              </a:tblGrid>
              <a:tr h="260002">
                <a:tc>
                  <a:txBody>
                    <a:bodyPr/>
                    <a:lstStyle/>
                    <a:p>
                      <a:r>
                        <a:rPr lang="es-ES" sz="1400" b="1" dirty="0" err="1">
                          <a:effectLst/>
                        </a:rPr>
                        <a:t>nss</a:t>
                      </a:r>
                      <a:endParaRPr lang="es-ES" sz="1400" b="1" dirty="0">
                        <a:effectLst/>
                      </a:endParaRPr>
                    </a:p>
                  </a:txBody>
                  <a:tcPr marL="141099" marR="141099" marT="70549" marB="70549" anchor="ctr">
                    <a:solidFill>
                      <a:schemeClr val="accent2"/>
                    </a:solidFill>
                  </a:tcPr>
                </a:tc>
                <a:tc>
                  <a:txBody>
                    <a:bodyPr/>
                    <a:lstStyle/>
                    <a:p>
                      <a:r>
                        <a:rPr lang="es-ES" sz="1400" dirty="0">
                          <a:effectLst/>
                        </a:rPr>
                        <a:t>nombre</a:t>
                      </a:r>
                    </a:p>
                  </a:txBody>
                  <a:tcPr marL="141099" marR="141099" marT="70549" marB="70549" anchor="ctr">
                    <a:solidFill>
                      <a:schemeClr val="accent2"/>
                    </a:solidFill>
                  </a:tcPr>
                </a:tc>
                <a:extLst>
                  <a:ext uri="{0D108BD9-81ED-4DB2-BD59-A6C34878D82A}">
                    <a16:rowId xmlns:a16="http://schemas.microsoft.com/office/drawing/2014/main" val="2850567030"/>
                  </a:ext>
                </a:extLst>
              </a:tr>
              <a:tr h="416506">
                <a:tc>
                  <a:txBody>
                    <a:bodyPr/>
                    <a:lstStyle/>
                    <a:p>
                      <a:r>
                        <a:rPr lang="es-ES" sz="1400" dirty="0">
                          <a:effectLst/>
                        </a:rPr>
                        <a:t>111</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err="1">
                          <a:effectLst/>
                          <a:hlinkClick r:id="rId2"/>
                        </a:rPr>
                        <a:t>luisp@edu.e</a:t>
                      </a:r>
                      <a:endParaRPr lang="es-ES" sz="1400" dirty="0">
                        <a:effectLst/>
                        <a:hlinkClick r:id="rId2"/>
                      </a:endParaRPr>
                    </a:p>
                    <a:p>
                      <a:endParaRPr lang="es-ES" sz="1400" dirty="0">
                        <a:effectLst/>
                      </a:endParaRPr>
                    </a:p>
                  </a:txBody>
                  <a:tcPr marL="141099" marR="141099" marT="70549" marB="70549" anchor="ctr"/>
                </a:tc>
                <a:extLst>
                  <a:ext uri="{0D108BD9-81ED-4DB2-BD59-A6C34878D82A}">
                    <a16:rowId xmlns:a16="http://schemas.microsoft.com/office/drawing/2014/main" val="2402767218"/>
                  </a:ext>
                </a:extLst>
              </a:tr>
              <a:tr h="4165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rPr>
                        <a:t>111</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hlinkClick r:id="rId2"/>
                        </a:rPr>
                        <a:t>jefu2@edu.es</a:t>
                      </a:r>
                      <a:endParaRPr lang="es-ES" sz="1400" dirty="0">
                        <a:effectLst/>
                      </a:endParaRPr>
                    </a:p>
                    <a:p>
                      <a:endParaRPr lang="es-ES" sz="1400" dirty="0">
                        <a:effectLst/>
                      </a:endParaRPr>
                    </a:p>
                  </a:txBody>
                  <a:tcPr marL="141099" marR="141099" marT="70549" marB="70549" anchor="ctr"/>
                </a:tc>
                <a:extLst>
                  <a:ext uri="{0D108BD9-81ED-4DB2-BD59-A6C34878D82A}">
                    <a16:rowId xmlns:a16="http://schemas.microsoft.com/office/drawing/2014/main" val="3955856175"/>
                  </a:ext>
                </a:extLst>
              </a:tr>
              <a:tr h="416506">
                <a:tc>
                  <a:txBody>
                    <a:bodyPr/>
                    <a:lstStyle/>
                    <a:p>
                      <a:r>
                        <a:rPr lang="es-ES" sz="1400" dirty="0">
                          <a:effectLst/>
                        </a:rPr>
                        <a:t>150</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hlinkClick r:id="rId3"/>
                        </a:rPr>
                        <a:t>marr@edu.es</a:t>
                      </a:r>
                      <a:endParaRPr lang="es-ES" sz="1400" dirty="0">
                        <a:effectLst/>
                      </a:endParaRPr>
                    </a:p>
                    <a:p>
                      <a:endParaRPr lang="es-ES" sz="1400" dirty="0">
                        <a:effectLst/>
                      </a:endParaRPr>
                    </a:p>
                  </a:txBody>
                  <a:tcPr marL="141099" marR="141099" marT="70549" marB="70549" anchor="ctr"/>
                </a:tc>
                <a:extLst>
                  <a:ext uri="{0D108BD9-81ED-4DB2-BD59-A6C34878D82A}">
                    <a16:rowId xmlns:a16="http://schemas.microsoft.com/office/drawing/2014/main" val="1901354099"/>
                  </a:ext>
                </a:extLst>
              </a:tr>
              <a:tr h="384671">
                <a:tc>
                  <a:txBody>
                    <a:bodyPr/>
                    <a:lstStyle/>
                    <a:p>
                      <a:r>
                        <a:rPr lang="es-ES" sz="1400">
                          <a:effectLst/>
                        </a:rPr>
                        <a:t>150</a:t>
                      </a:r>
                    </a:p>
                  </a:txBody>
                  <a:tcPr marL="141099" marR="141099" marT="70549" marB="70549" anchor="ctr"/>
                </a:tc>
                <a:tc>
                  <a:txBody>
                    <a:bodyPr/>
                    <a:lstStyle/>
                    <a:p>
                      <a:r>
                        <a:rPr lang="es-ES" sz="1400" dirty="0">
                          <a:effectLst/>
                          <a:hlinkClick r:id="rId4"/>
                        </a:rPr>
                        <a:t>jeft@edu.es</a:t>
                      </a:r>
                      <a:endParaRPr lang="es-ES" sz="1400" dirty="0">
                        <a:effectLst/>
                      </a:endParaRPr>
                    </a:p>
                  </a:txBody>
                  <a:tcPr marL="141099" marR="141099" marT="70549" marB="70549" anchor="ctr"/>
                </a:tc>
                <a:extLst>
                  <a:ext uri="{0D108BD9-81ED-4DB2-BD59-A6C34878D82A}">
                    <a16:rowId xmlns:a16="http://schemas.microsoft.com/office/drawing/2014/main" val="3606721093"/>
                  </a:ext>
                </a:extLst>
              </a:tr>
              <a:tr h="384671">
                <a:tc>
                  <a:txBody>
                    <a:bodyPr/>
                    <a:lstStyle/>
                    <a:p>
                      <a:r>
                        <a:rPr lang="es-ES" sz="1400">
                          <a:effectLst/>
                        </a:rPr>
                        <a:t>232</a:t>
                      </a:r>
                    </a:p>
                  </a:txBody>
                  <a:tcPr marL="141099" marR="141099" marT="70549" marB="70549" anchor="ctr"/>
                </a:tc>
                <a:tc>
                  <a:txBody>
                    <a:bodyPr/>
                    <a:lstStyle/>
                    <a:p>
                      <a:r>
                        <a:rPr lang="es-ES" sz="1400" dirty="0">
                          <a:effectLst/>
                          <a:hlinkClick r:id="rId5"/>
                        </a:rPr>
                        <a:t>joss@edu.es</a:t>
                      </a:r>
                      <a:endParaRPr lang="es-ES" sz="1400" dirty="0">
                        <a:effectLst/>
                      </a:endParaRPr>
                    </a:p>
                  </a:txBody>
                  <a:tcPr marL="141099" marR="141099" marT="70549" marB="70549" anchor="ctr"/>
                </a:tc>
                <a:extLst>
                  <a:ext uri="{0D108BD9-81ED-4DB2-BD59-A6C34878D82A}">
                    <a16:rowId xmlns:a16="http://schemas.microsoft.com/office/drawing/2014/main" val="1488490901"/>
                  </a:ext>
                </a:extLst>
              </a:tr>
            </a:tbl>
          </a:graphicData>
        </a:graphic>
      </p:graphicFrame>
    </p:spTree>
    <p:extLst>
      <p:ext uri="{BB962C8B-B14F-4D97-AF65-F5344CB8AC3E}">
        <p14:creationId xmlns:p14="http://schemas.microsoft.com/office/powerpoint/2010/main" val="28148073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8329E-63ED-4A23-A2DA-897FF63DECB2}"/>
              </a:ext>
            </a:extLst>
          </p:cNvPr>
          <p:cNvSpPr>
            <a:spLocks noGrp="1"/>
          </p:cNvSpPr>
          <p:nvPr>
            <p:ph type="title"/>
          </p:nvPr>
        </p:nvSpPr>
        <p:spPr>
          <a:xfrm>
            <a:off x="141260" y="150102"/>
            <a:ext cx="8108380" cy="648072"/>
          </a:xfrm>
        </p:spPr>
        <p:txBody>
          <a:bodyPr/>
          <a:lstStyle/>
          <a:p>
            <a:r>
              <a:rPr lang="es-ES" dirty="0"/>
              <a:t>Tercera forma normal (3 FN)</a:t>
            </a:r>
          </a:p>
        </p:txBody>
      </p:sp>
      <p:sp>
        <p:nvSpPr>
          <p:cNvPr id="3" name="Marcador de contenido 2">
            <a:extLst>
              <a:ext uri="{FF2B5EF4-FFF2-40B4-BE49-F238E27FC236}">
                <a16:creationId xmlns:a16="http://schemas.microsoft.com/office/drawing/2014/main" id="{3CDB9DFA-8B7A-43AF-B6DE-3B4599EF554F}"/>
              </a:ext>
            </a:extLst>
          </p:cNvPr>
          <p:cNvSpPr>
            <a:spLocks noGrp="1"/>
          </p:cNvSpPr>
          <p:nvPr>
            <p:ph idx="1"/>
          </p:nvPr>
        </p:nvSpPr>
        <p:spPr>
          <a:xfrm>
            <a:off x="141260" y="696982"/>
            <a:ext cx="7702711" cy="2177714"/>
          </a:xfrm>
        </p:spPr>
        <p:txBody>
          <a:bodyPr>
            <a:normAutofit lnSpcReduction="10000"/>
          </a:bodyPr>
          <a:lstStyle/>
          <a:p>
            <a:r>
              <a:rPr lang="es-ES" dirty="0">
                <a:sym typeface="Wingdings" panose="05000000000000000000" pitchFamily="2" charset="2"/>
              </a:rPr>
              <a:t>Debe estar en segunda formal normal (2 FN)</a:t>
            </a:r>
          </a:p>
          <a:p>
            <a:r>
              <a:rPr lang="es-ES" dirty="0">
                <a:sym typeface="Wingdings" panose="05000000000000000000" pitchFamily="2" charset="2"/>
              </a:rPr>
              <a:t>Buscamos atributos que dependen de otros atributos que no son clave principal</a:t>
            </a:r>
          </a:p>
          <a:p>
            <a:r>
              <a:rPr lang="es-ES" dirty="0">
                <a:sym typeface="Wingdings" panose="05000000000000000000" pitchFamily="2" charset="2"/>
              </a:rPr>
              <a:t>SOLUCIÓN</a:t>
            </a:r>
          </a:p>
          <a:p>
            <a:pPr lvl="1"/>
            <a:r>
              <a:rPr lang="es-ES" dirty="0">
                <a:sym typeface="Wingdings" panose="05000000000000000000" pitchFamily="2" charset="2"/>
              </a:rPr>
              <a:t>Eliminar el atributo dependiente y llevarlo a una nueva relación junto con el atributo del que dependía.</a:t>
            </a:r>
          </a:p>
          <a:p>
            <a:pPr lvl="1"/>
            <a:r>
              <a:rPr lang="es-ES" dirty="0">
                <a:sym typeface="Wingdings" panose="05000000000000000000" pitchFamily="2" charset="2"/>
              </a:rPr>
              <a:t>Este último será la clave primaria de la nueva relación.</a:t>
            </a:r>
          </a:p>
          <a:p>
            <a:pPr lvl="1"/>
            <a:endParaRPr lang="es-ES" dirty="0">
              <a:sym typeface="Wingdings" panose="05000000000000000000" pitchFamily="2" charset="2"/>
            </a:endParaRPr>
          </a:p>
          <a:p>
            <a:pPr marL="0" indent="0">
              <a:buNone/>
            </a:pPr>
            <a:endParaRPr lang="es-ES" dirty="0"/>
          </a:p>
        </p:txBody>
      </p:sp>
      <p:sp>
        <p:nvSpPr>
          <p:cNvPr id="4" name="Marcador de número de diapositiva 3">
            <a:extLst>
              <a:ext uri="{FF2B5EF4-FFF2-40B4-BE49-F238E27FC236}">
                <a16:creationId xmlns:a16="http://schemas.microsoft.com/office/drawing/2014/main" id="{F7FA39CB-35A6-4406-BE60-0146580AD2FF}"/>
              </a:ext>
            </a:extLst>
          </p:cNvPr>
          <p:cNvSpPr>
            <a:spLocks noGrp="1"/>
          </p:cNvSpPr>
          <p:nvPr>
            <p:ph type="sldNum" sz="quarter" idx="12"/>
          </p:nvPr>
        </p:nvSpPr>
        <p:spPr/>
        <p:txBody>
          <a:bodyPr/>
          <a:lstStyle/>
          <a:p>
            <a:pPr>
              <a:defRPr/>
            </a:pPr>
            <a:fld id="{D59A6A4B-46E3-43DE-99F2-D9A5AD28FA7D}" type="slidenum">
              <a:rPr lang="es-ES" altLang="es-ES" smtClean="0"/>
              <a:pPr>
                <a:defRPr/>
              </a:pPr>
              <a:t>6</a:t>
            </a:fld>
            <a:endParaRPr lang="es-ES" altLang="es-ES"/>
          </a:p>
        </p:txBody>
      </p:sp>
      <p:sp>
        <p:nvSpPr>
          <p:cNvPr id="9" name="CuadroTexto 8">
            <a:extLst>
              <a:ext uri="{FF2B5EF4-FFF2-40B4-BE49-F238E27FC236}">
                <a16:creationId xmlns:a16="http://schemas.microsoft.com/office/drawing/2014/main" id="{7805F71A-04BE-40BB-A94E-E6463E2232EE}"/>
              </a:ext>
            </a:extLst>
          </p:cNvPr>
          <p:cNvSpPr txBox="1"/>
          <p:nvPr/>
        </p:nvSpPr>
        <p:spPr>
          <a:xfrm>
            <a:off x="3355387" y="6071677"/>
            <a:ext cx="2309392" cy="246221"/>
          </a:xfrm>
          <a:prstGeom prst="rect">
            <a:avLst/>
          </a:prstGeom>
          <a:noFill/>
          <a:effectLst>
            <a:outerShdw blurRad="50800" dist="38100" dir="5400000" algn="t" rotWithShape="0">
              <a:prstClr val="black">
                <a:alpha val="40000"/>
              </a:prstClr>
            </a:outerShdw>
          </a:effectLst>
        </p:spPr>
        <p:txBody>
          <a:bodyPr wrap="square">
            <a:spAutoFit/>
          </a:bodyPr>
          <a:lstStyle/>
          <a:p>
            <a:r>
              <a:rPr lang="es-ES" sz="1000" dirty="0"/>
              <a:t>EMPLEADOS(</a:t>
            </a:r>
            <a:r>
              <a:rPr lang="es-ES" sz="1000" u="sng" dirty="0" err="1"/>
              <a:t>nss</a:t>
            </a:r>
            <a:r>
              <a:rPr lang="es-ES" sz="1000" dirty="0"/>
              <a:t>, nombre, puesto)</a:t>
            </a:r>
          </a:p>
        </p:txBody>
      </p:sp>
      <p:sp>
        <p:nvSpPr>
          <p:cNvPr id="12" name="CuadroTexto 11">
            <a:extLst>
              <a:ext uri="{FF2B5EF4-FFF2-40B4-BE49-F238E27FC236}">
                <a16:creationId xmlns:a16="http://schemas.microsoft.com/office/drawing/2014/main" id="{1C13BD30-1E6B-4F17-B579-60F1CC2A3102}"/>
              </a:ext>
            </a:extLst>
          </p:cNvPr>
          <p:cNvSpPr txBox="1"/>
          <p:nvPr/>
        </p:nvSpPr>
        <p:spPr>
          <a:xfrm>
            <a:off x="4368695" y="3036884"/>
            <a:ext cx="1698819" cy="246221"/>
          </a:xfrm>
          <a:prstGeom prst="rect">
            <a:avLst/>
          </a:prstGeom>
          <a:noFill/>
          <a:effectLst>
            <a:outerShdw blurRad="50800" dist="38100" dir="5400000" algn="t" rotWithShape="0">
              <a:prstClr val="black">
                <a:alpha val="40000"/>
              </a:prstClr>
            </a:outerShdw>
          </a:effectLst>
        </p:spPr>
        <p:txBody>
          <a:bodyPr wrap="square">
            <a:spAutoFit/>
          </a:bodyPr>
          <a:lstStyle/>
          <a:p>
            <a:r>
              <a:rPr lang="es-ES" sz="1000" dirty="0">
                <a:ln w="0"/>
              </a:rPr>
              <a:t>PUESTOS(</a:t>
            </a:r>
            <a:r>
              <a:rPr lang="es-ES" sz="1000" u="sng" dirty="0">
                <a:ln w="0"/>
              </a:rPr>
              <a:t>puesto</a:t>
            </a:r>
            <a:r>
              <a:rPr lang="es-ES" sz="1000" dirty="0">
                <a:ln w="0"/>
              </a:rPr>
              <a:t>, salario)</a:t>
            </a:r>
          </a:p>
        </p:txBody>
      </p:sp>
      <p:pic>
        <p:nvPicPr>
          <p:cNvPr id="23" name="Gráfico 22" descr="Flecha lineal: curva ligera con relleno sólido">
            <a:extLst>
              <a:ext uri="{FF2B5EF4-FFF2-40B4-BE49-F238E27FC236}">
                <a16:creationId xmlns:a16="http://schemas.microsoft.com/office/drawing/2014/main" id="{1C2C6AC4-72E5-4C6A-8A7D-9C0DE6C9E7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9984119">
            <a:off x="4398149" y="4491177"/>
            <a:ext cx="662939" cy="662939"/>
          </a:xfrm>
          <a:prstGeom prst="rect">
            <a:avLst/>
          </a:prstGeom>
          <a:effectLst>
            <a:outerShdw blurRad="50800" dist="38100" dir="5400000" algn="t" rotWithShape="0">
              <a:prstClr val="black">
                <a:alpha val="40000"/>
              </a:prstClr>
            </a:outerShdw>
          </a:effectLst>
        </p:spPr>
      </p:pic>
      <p:pic>
        <p:nvPicPr>
          <p:cNvPr id="24" name="Gráfico 23" descr="Flecha lineal: curva ligera con relleno sólido">
            <a:extLst>
              <a:ext uri="{FF2B5EF4-FFF2-40B4-BE49-F238E27FC236}">
                <a16:creationId xmlns:a16="http://schemas.microsoft.com/office/drawing/2014/main" id="{C4C4F3AC-76DE-4BDF-B6C6-6FC7ADACC9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905454">
            <a:off x="4302363" y="4739540"/>
            <a:ext cx="654418" cy="654418"/>
          </a:xfrm>
          <a:prstGeom prst="rect">
            <a:avLst/>
          </a:prstGeom>
          <a:effectLst>
            <a:outerShdw blurRad="50800" dist="38100" dir="5400000" algn="t" rotWithShape="0">
              <a:prstClr val="black">
                <a:alpha val="40000"/>
              </a:prstClr>
            </a:outerShdw>
          </a:effectLst>
        </p:spPr>
      </p:pic>
      <p:sp>
        <p:nvSpPr>
          <p:cNvPr id="5" name="CuadroTexto 4">
            <a:extLst>
              <a:ext uri="{FF2B5EF4-FFF2-40B4-BE49-F238E27FC236}">
                <a16:creationId xmlns:a16="http://schemas.microsoft.com/office/drawing/2014/main" id="{891BFC2C-0757-EA9D-F2DD-17509EE7F084}"/>
              </a:ext>
            </a:extLst>
          </p:cNvPr>
          <p:cNvSpPr txBox="1"/>
          <p:nvPr/>
        </p:nvSpPr>
        <p:spPr>
          <a:xfrm>
            <a:off x="395536" y="3454231"/>
            <a:ext cx="3240360" cy="276999"/>
          </a:xfrm>
          <a:prstGeom prst="rect">
            <a:avLst/>
          </a:prstGeom>
          <a:noFill/>
          <a:effectLst>
            <a:outerShdw blurRad="50800" dist="38100" dir="5400000" algn="t" rotWithShape="0">
              <a:prstClr val="black">
                <a:alpha val="40000"/>
              </a:prstClr>
            </a:outerShdw>
          </a:effectLst>
        </p:spPr>
        <p:txBody>
          <a:bodyPr wrap="square">
            <a:spAutoFit/>
          </a:bodyPr>
          <a:lstStyle/>
          <a:p>
            <a:r>
              <a:rPr lang="es-ES" sz="1200" dirty="0"/>
              <a:t>EMPLEADOS(</a:t>
            </a:r>
            <a:r>
              <a:rPr lang="es-ES" sz="1200" u="sng" dirty="0" err="1"/>
              <a:t>nss</a:t>
            </a:r>
            <a:r>
              <a:rPr lang="es-ES" sz="1200" dirty="0"/>
              <a:t>, nombre, puesto, salario)</a:t>
            </a:r>
          </a:p>
        </p:txBody>
      </p:sp>
      <p:graphicFrame>
        <p:nvGraphicFramePr>
          <p:cNvPr id="7" name="Tabla 6">
            <a:extLst>
              <a:ext uri="{FF2B5EF4-FFF2-40B4-BE49-F238E27FC236}">
                <a16:creationId xmlns:a16="http://schemas.microsoft.com/office/drawing/2014/main" id="{018E93CE-82C1-28BF-7164-83E04EDDE4CE}"/>
              </a:ext>
            </a:extLst>
          </p:cNvPr>
          <p:cNvGraphicFramePr>
            <a:graphicFrameLocks noGrp="1"/>
          </p:cNvGraphicFramePr>
          <p:nvPr>
            <p:extLst>
              <p:ext uri="{D42A27DB-BD31-4B8C-83A1-F6EECF244321}">
                <p14:modId xmlns:p14="http://schemas.microsoft.com/office/powerpoint/2010/main" val="2796581871"/>
              </p:ext>
            </p:extLst>
          </p:nvPr>
        </p:nvGraphicFramePr>
        <p:xfrm>
          <a:off x="162569" y="3972540"/>
          <a:ext cx="4347514" cy="1817794"/>
        </p:xfrm>
        <a:graphic>
          <a:graphicData uri="http://schemas.openxmlformats.org/drawingml/2006/table">
            <a:tbl>
              <a:tblPr firstRow="1" bandRow="1">
                <a:tableStyleId>{00A15C55-8517-42AA-B614-E9B94910E393}</a:tableStyleId>
              </a:tblPr>
              <a:tblGrid>
                <a:gridCol w="649400">
                  <a:extLst>
                    <a:ext uri="{9D8B030D-6E8A-4147-A177-3AD203B41FA5}">
                      <a16:colId xmlns:a16="http://schemas.microsoft.com/office/drawing/2014/main" val="1411730683"/>
                    </a:ext>
                  </a:extLst>
                </a:gridCol>
                <a:gridCol w="1261008">
                  <a:extLst>
                    <a:ext uri="{9D8B030D-6E8A-4147-A177-3AD203B41FA5}">
                      <a16:colId xmlns:a16="http://schemas.microsoft.com/office/drawing/2014/main" val="1053716197"/>
                    </a:ext>
                  </a:extLst>
                </a:gridCol>
                <a:gridCol w="1546508">
                  <a:extLst>
                    <a:ext uri="{9D8B030D-6E8A-4147-A177-3AD203B41FA5}">
                      <a16:colId xmlns:a16="http://schemas.microsoft.com/office/drawing/2014/main" val="466200512"/>
                    </a:ext>
                  </a:extLst>
                </a:gridCol>
                <a:gridCol w="890598">
                  <a:extLst>
                    <a:ext uri="{9D8B030D-6E8A-4147-A177-3AD203B41FA5}">
                      <a16:colId xmlns:a16="http://schemas.microsoft.com/office/drawing/2014/main" val="781925501"/>
                    </a:ext>
                  </a:extLst>
                </a:gridCol>
              </a:tblGrid>
              <a:tr h="302644">
                <a:tc>
                  <a:txBody>
                    <a:bodyPr/>
                    <a:lstStyle/>
                    <a:p>
                      <a:r>
                        <a:rPr lang="es-ES" sz="1400" b="1" dirty="0" err="1">
                          <a:effectLst/>
                        </a:rPr>
                        <a:t>nss</a:t>
                      </a:r>
                      <a:endParaRPr lang="es-ES" sz="1400" b="1" dirty="0">
                        <a:effectLst/>
                      </a:endParaRPr>
                    </a:p>
                  </a:txBody>
                  <a:tcPr marL="141099" marR="141099" marT="70549" marB="70549" anchor="ctr">
                    <a:solidFill>
                      <a:schemeClr val="accent2"/>
                    </a:solidFill>
                  </a:tcPr>
                </a:tc>
                <a:tc>
                  <a:txBody>
                    <a:bodyPr/>
                    <a:lstStyle/>
                    <a:p>
                      <a:r>
                        <a:rPr lang="es-ES" sz="1400" dirty="0">
                          <a:effectLst/>
                        </a:rPr>
                        <a:t>nombre</a:t>
                      </a:r>
                    </a:p>
                  </a:txBody>
                  <a:tcPr marL="141099" marR="141099" marT="70549" marB="70549" anchor="ctr"/>
                </a:tc>
                <a:tc>
                  <a:txBody>
                    <a:bodyPr/>
                    <a:lstStyle/>
                    <a:p>
                      <a:r>
                        <a:rPr lang="es-ES" sz="1400" dirty="0">
                          <a:effectLst/>
                        </a:rPr>
                        <a:t>puesto</a:t>
                      </a:r>
                    </a:p>
                  </a:txBody>
                  <a:tcPr marL="141099" marR="141099" marT="70549" marB="70549" anchor="ctr"/>
                </a:tc>
                <a:tc>
                  <a:txBody>
                    <a:bodyPr/>
                    <a:lstStyle/>
                    <a:p>
                      <a:r>
                        <a:rPr lang="es-ES" sz="1400" dirty="0">
                          <a:effectLst/>
                        </a:rPr>
                        <a:t>salario</a:t>
                      </a:r>
                    </a:p>
                  </a:txBody>
                  <a:tcPr marL="141099" marR="141099" marT="70549" marB="70549" anchor="ctr"/>
                </a:tc>
                <a:extLst>
                  <a:ext uri="{0D108BD9-81ED-4DB2-BD59-A6C34878D82A}">
                    <a16:rowId xmlns:a16="http://schemas.microsoft.com/office/drawing/2014/main" val="723363103"/>
                  </a:ext>
                </a:extLst>
              </a:tr>
              <a:tr h="447759">
                <a:tc>
                  <a:txBody>
                    <a:bodyPr/>
                    <a:lstStyle/>
                    <a:p>
                      <a:r>
                        <a:rPr lang="es-ES" sz="1400" dirty="0">
                          <a:effectLst/>
                        </a:rPr>
                        <a:t>111</a:t>
                      </a:r>
                    </a:p>
                  </a:txBody>
                  <a:tcPr marL="141099" marR="141099" marT="70549" marB="70549" anchor="ctr"/>
                </a:tc>
                <a:tc>
                  <a:txBody>
                    <a:bodyPr/>
                    <a:lstStyle/>
                    <a:p>
                      <a:r>
                        <a:rPr lang="es-ES" sz="1400" dirty="0">
                          <a:effectLst/>
                        </a:rPr>
                        <a:t>Luis Pérez</a:t>
                      </a:r>
                    </a:p>
                  </a:txBody>
                  <a:tcPr marL="141099" marR="141099" marT="70549" marB="70549" anchor="ctr"/>
                </a:tc>
                <a:tc>
                  <a:txBody>
                    <a:bodyPr/>
                    <a:lstStyle/>
                    <a:p>
                      <a:r>
                        <a:rPr lang="es-ES" sz="1400" dirty="0">
                          <a:effectLst/>
                        </a:rPr>
                        <a:t>Jefe de Unidad</a:t>
                      </a:r>
                    </a:p>
                  </a:txBody>
                  <a:tcPr marL="141099" marR="141099" marT="70549" marB="70549" anchor="ctr"/>
                </a:tc>
                <a:tc>
                  <a:txBody>
                    <a:bodyPr/>
                    <a:lstStyle/>
                    <a:p>
                      <a:r>
                        <a:rPr lang="es-ES" sz="1400" dirty="0">
                          <a:effectLst/>
                        </a:rPr>
                        <a:t>3000</a:t>
                      </a:r>
                    </a:p>
                  </a:txBody>
                  <a:tcPr marL="141099" marR="141099" marT="70549" marB="70549" anchor="ctr"/>
                </a:tc>
                <a:extLst>
                  <a:ext uri="{0D108BD9-81ED-4DB2-BD59-A6C34878D82A}">
                    <a16:rowId xmlns:a16="http://schemas.microsoft.com/office/drawing/2014/main" val="1801272498"/>
                  </a:ext>
                </a:extLst>
              </a:tr>
              <a:tr h="447759">
                <a:tc>
                  <a:txBody>
                    <a:bodyPr/>
                    <a:lstStyle/>
                    <a:p>
                      <a:r>
                        <a:rPr lang="es-ES" sz="1400" dirty="0">
                          <a:effectLst/>
                        </a:rPr>
                        <a:t>150</a:t>
                      </a:r>
                    </a:p>
                  </a:txBody>
                  <a:tcPr marL="141099" marR="141099" marT="70549" marB="70549" anchor="ctr"/>
                </a:tc>
                <a:tc>
                  <a:txBody>
                    <a:bodyPr/>
                    <a:lstStyle/>
                    <a:p>
                      <a:r>
                        <a:rPr lang="es-ES" sz="1400">
                          <a:effectLst/>
                        </a:rPr>
                        <a:t>María Ruiz</a:t>
                      </a:r>
                    </a:p>
                  </a:txBody>
                  <a:tcPr marL="141099" marR="141099" marT="70549" marB="70549" anchor="ctr"/>
                </a:tc>
                <a:tc>
                  <a:txBody>
                    <a:bodyPr/>
                    <a:lstStyle/>
                    <a:p>
                      <a:r>
                        <a:rPr lang="es-ES" sz="1400" dirty="0">
                          <a:effectLst/>
                        </a:rPr>
                        <a:t>Jefa Técnica</a:t>
                      </a:r>
                    </a:p>
                  </a:txBody>
                  <a:tcPr marL="141099" marR="141099" marT="70549" marB="70549" anchor="ctr"/>
                </a:tc>
                <a:tc>
                  <a:txBody>
                    <a:bodyPr/>
                    <a:lstStyle/>
                    <a:p>
                      <a:r>
                        <a:rPr lang="es-ES" sz="1400" dirty="0">
                          <a:effectLst/>
                        </a:rPr>
                        <a:t>2200</a:t>
                      </a:r>
                    </a:p>
                  </a:txBody>
                  <a:tcPr marL="141099" marR="141099" marT="70549" marB="70549" anchor="ctr"/>
                </a:tc>
                <a:extLst>
                  <a:ext uri="{0D108BD9-81ED-4DB2-BD59-A6C34878D82A}">
                    <a16:rowId xmlns:a16="http://schemas.microsoft.com/office/drawing/2014/main" val="627772367"/>
                  </a:ext>
                </a:extLst>
              </a:tr>
              <a:tr h="447759">
                <a:tc>
                  <a:txBody>
                    <a:bodyPr/>
                    <a:lstStyle/>
                    <a:p>
                      <a:r>
                        <a:rPr lang="es-ES" sz="1400" dirty="0">
                          <a:effectLst/>
                        </a:rPr>
                        <a:t>232</a:t>
                      </a:r>
                    </a:p>
                  </a:txBody>
                  <a:tcPr marL="141099" marR="141099" marT="70549" marB="70549" anchor="ctr"/>
                </a:tc>
                <a:tc>
                  <a:txBody>
                    <a:bodyPr/>
                    <a:lstStyle/>
                    <a:p>
                      <a:r>
                        <a:rPr lang="es-ES" sz="1400" dirty="0">
                          <a:effectLst/>
                        </a:rPr>
                        <a:t>José Sánchez</a:t>
                      </a:r>
                    </a:p>
                  </a:txBody>
                  <a:tcPr marL="141099" marR="141099" marT="70549" marB="70549" anchor="ctr"/>
                </a:tc>
                <a:tc>
                  <a:txBody>
                    <a:bodyPr/>
                    <a:lstStyle/>
                    <a:p>
                      <a:r>
                        <a:rPr lang="es-ES" sz="1400" dirty="0">
                          <a:effectLst/>
                        </a:rPr>
                        <a:t>Administrativo</a:t>
                      </a:r>
                    </a:p>
                  </a:txBody>
                  <a:tcPr marL="141099" marR="141099" marT="70549" marB="70549" anchor="ctr"/>
                </a:tc>
                <a:tc>
                  <a:txBody>
                    <a:bodyPr/>
                    <a:lstStyle/>
                    <a:p>
                      <a:r>
                        <a:rPr lang="es-ES" sz="1400" dirty="0">
                          <a:effectLst/>
                        </a:rPr>
                        <a:t>1500</a:t>
                      </a:r>
                    </a:p>
                  </a:txBody>
                  <a:tcPr marL="141099" marR="141099" marT="70549" marB="70549" anchor="ctr"/>
                </a:tc>
                <a:extLst>
                  <a:ext uri="{0D108BD9-81ED-4DB2-BD59-A6C34878D82A}">
                    <a16:rowId xmlns:a16="http://schemas.microsoft.com/office/drawing/2014/main" val="3772948077"/>
                  </a:ext>
                </a:extLst>
              </a:tr>
            </a:tbl>
          </a:graphicData>
        </a:graphic>
      </p:graphicFrame>
      <p:graphicFrame>
        <p:nvGraphicFramePr>
          <p:cNvPr id="8" name="Tabla 7">
            <a:extLst>
              <a:ext uri="{FF2B5EF4-FFF2-40B4-BE49-F238E27FC236}">
                <a16:creationId xmlns:a16="http://schemas.microsoft.com/office/drawing/2014/main" id="{FAB1CF22-F2EC-CC9A-9417-57B5CCD8BEEF}"/>
              </a:ext>
            </a:extLst>
          </p:cNvPr>
          <p:cNvGraphicFramePr>
            <a:graphicFrameLocks noGrp="1"/>
          </p:cNvGraphicFramePr>
          <p:nvPr>
            <p:extLst>
              <p:ext uri="{D42A27DB-BD31-4B8C-83A1-F6EECF244321}">
                <p14:modId xmlns:p14="http://schemas.microsoft.com/office/powerpoint/2010/main" val="1380930032"/>
              </p:ext>
            </p:extLst>
          </p:nvPr>
        </p:nvGraphicFramePr>
        <p:xfrm>
          <a:off x="6067514" y="2696397"/>
          <a:ext cx="2437106" cy="1697735"/>
        </p:xfrm>
        <a:graphic>
          <a:graphicData uri="http://schemas.openxmlformats.org/drawingml/2006/table">
            <a:tbl>
              <a:tblPr firstRow="1" bandRow="1">
                <a:tableStyleId>{00A15C55-8517-42AA-B614-E9B94910E393}</a:tableStyleId>
              </a:tblPr>
              <a:tblGrid>
                <a:gridCol w="1546508">
                  <a:extLst>
                    <a:ext uri="{9D8B030D-6E8A-4147-A177-3AD203B41FA5}">
                      <a16:colId xmlns:a16="http://schemas.microsoft.com/office/drawing/2014/main" val="2440058481"/>
                    </a:ext>
                  </a:extLst>
                </a:gridCol>
                <a:gridCol w="890598">
                  <a:extLst>
                    <a:ext uri="{9D8B030D-6E8A-4147-A177-3AD203B41FA5}">
                      <a16:colId xmlns:a16="http://schemas.microsoft.com/office/drawing/2014/main" val="2504013091"/>
                    </a:ext>
                  </a:extLst>
                </a:gridCol>
              </a:tblGrid>
              <a:tr h="302644">
                <a:tc>
                  <a:txBody>
                    <a:bodyPr/>
                    <a:lstStyle/>
                    <a:p>
                      <a:r>
                        <a:rPr lang="es-ES" sz="1400" dirty="0">
                          <a:effectLst/>
                        </a:rPr>
                        <a:t>puesto</a:t>
                      </a:r>
                    </a:p>
                  </a:txBody>
                  <a:tcPr marL="141099" marR="141099" marT="70549" marB="70549" anchor="ctr">
                    <a:solidFill>
                      <a:schemeClr val="accent2"/>
                    </a:solidFill>
                  </a:tcPr>
                </a:tc>
                <a:tc>
                  <a:txBody>
                    <a:bodyPr/>
                    <a:lstStyle/>
                    <a:p>
                      <a:r>
                        <a:rPr lang="es-ES" sz="1400" dirty="0">
                          <a:effectLst/>
                        </a:rPr>
                        <a:t>salario</a:t>
                      </a:r>
                    </a:p>
                  </a:txBody>
                  <a:tcPr marL="141099" marR="141099" marT="70549" marB="70549" anchor="ctr"/>
                </a:tc>
                <a:extLst>
                  <a:ext uri="{0D108BD9-81ED-4DB2-BD59-A6C34878D82A}">
                    <a16:rowId xmlns:a16="http://schemas.microsoft.com/office/drawing/2014/main" val="1455611796"/>
                  </a:ext>
                </a:extLst>
              </a:tr>
              <a:tr h="447759">
                <a:tc>
                  <a:txBody>
                    <a:bodyPr/>
                    <a:lstStyle/>
                    <a:p>
                      <a:r>
                        <a:rPr lang="es-ES" sz="1400" dirty="0">
                          <a:effectLst/>
                        </a:rPr>
                        <a:t>Jefe de Unidad</a:t>
                      </a:r>
                    </a:p>
                  </a:txBody>
                  <a:tcPr marL="141099" marR="141099" marT="70549" marB="70549" anchor="ctr"/>
                </a:tc>
                <a:tc>
                  <a:txBody>
                    <a:bodyPr/>
                    <a:lstStyle/>
                    <a:p>
                      <a:r>
                        <a:rPr lang="es-ES" sz="1400" dirty="0">
                          <a:effectLst/>
                        </a:rPr>
                        <a:t>3000</a:t>
                      </a:r>
                    </a:p>
                  </a:txBody>
                  <a:tcPr marL="141099" marR="141099" marT="70549" marB="70549" anchor="ctr"/>
                </a:tc>
                <a:extLst>
                  <a:ext uri="{0D108BD9-81ED-4DB2-BD59-A6C34878D82A}">
                    <a16:rowId xmlns:a16="http://schemas.microsoft.com/office/drawing/2014/main" val="374960838"/>
                  </a:ext>
                </a:extLst>
              </a:tr>
              <a:tr h="447759">
                <a:tc>
                  <a:txBody>
                    <a:bodyPr/>
                    <a:lstStyle/>
                    <a:p>
                      <a:r>
                        <a:rPr lang="es-ES" sz="1400">
                          <a:effectLst/>
                        </a:rPr>
                        <a:t>Jefa Técnica</a:t>
                      </a:r>
                    </a:p>
                  </a:txBody>
                  <a:tcPr marL="141099" marR="141099" marT="70549" marB="70549" anchor="ctr"/>
                </a:tc>
                <a:tc>
                  <a:txBody>
                    <a:bodyPr/>
                    <a:lstStyle/>
                    <a:p>
                      <a:r>
                        <a:rPr lang="es-ES" sz="1400" dirty="0">
                          <a:effectLst/>
                        </a:rPr>
                        <a:t>2200</a:t>
                      </a:r>
                    </a:p>
                  </a:txBody>
                  <a:tcPr marL="141099" marR="141099" marT="70549" marB="70549" anchor="ctr"/>
                </a:tc>
                <a:extLst>
                  <a:ext uri="{0D108BD9-81ED-4DB2-BD59-A6C34878D82A}">
                    <a16:rowId xmlns:a16="http://schemas.microsoft.com/office/drawing/2014/main" val="2013289670"/>
                  </a:ext>
                </a:extLst>
              </a:tr>
              <a:tr h="447759">
                <a:tc>
                  <a:txBody>
                    <a:bodyPr/>
                    <a:lstStyle/>
                    <a:p>
                      <a:r>
                        <a:rPr lang="es-ES" sz="1400" dirty="0">
                          <a:effectLst/>
                        </a:rPr>
                        <a:t>Administrativo</a:t>
                      </a:r>
                    </a:p>
                  </a:txBody>
                  <a:tcPr marL="141099" marR="141099" marT="70549" marB="70549" anchor="ctr"/>
                </a:tc>
                <a:tc>
                  <a:txBody>
                    <a:bodyPr/>
                    <a:lstStyle/>
                    <a:p>
                      <a:r>
                        <a:rPr lang="es-ES" sz="1400" dirty="0">
                          <a:effectLst/>
                        </a:rPr>
                        <a:t>1500</a:t>
                      </a:r>
                    </a:p>
                  </a:txBody>
                  <a:tcPr marL="141099" marR="141099" marT="70549" marB="70549" anchor="ctr"/>
                </a:tc>
                <a:extLst>
                  <a:ext uri="{0D108BD9-81ED-4DB2-BD59-A6C34878D82A}">
                    <a16:rowId xmlns:a16="http://schemas.microsoft.com/office/drawing/2014/main" val="2047776558"/>
                  </a:ext>
                </a:extLst>
              </a:tr>
            </a:tbl>
          </a:graphicData>
        </a:graphic>
      </p:graphicFrame>
      <p:graphicFrame>
        <p:nvGraphicFramePr>
          <p:cNvPr id="10" name="Tabla 9">
            <a:extLst>
              <a:ext uri="{FF2B5EF4-FFF2-40B4-BE49-F238E27FC236}">
                <a16:creationId xmlns:a16="http://schemas.microsoft.com/office/drawing/2014/main" id="{DE9D7120-D41C-6E55-1584-F5722221169B}"/>
              </a:ext>
            </a:extLst>
          </p:cNvPr>
          <p:cNvGraphicFramePr>
            <a:graphicFrameLocks noGrp="1"/>
          </p:cNvGraphicFramePr>
          <p:nvPr>
            <p:extLst>
              <p:ext uri="{D42A27DB-BD31-4B8C-83A1-F6EECF244321}">
                <p14:modId xmlns:p14="http://schemas.microsoft.com/office/powerpoint/2010/main" val="1773247572"/>
              </p:ext>
            </p:extLst>
          </p:nvPr>
        </p:nvGraphicFramePr>
        <p:xfrm>
          <a:off x="5557609" y="4616310"/>
          <a:ext cx="3456916" cy="1817794"/>
        </p:xfrm>
        <a:graphic>
          <a:graphicData uri="http://schemas.openxmlformats.org/drawingml/2006/table">
            <a:tbl>
              <a:tblPr firstRow="1" bandRow="1">
                <a:tableStyleId>{00A15C55-8517-42AA-B614-E9B94910E393}</a:tableStyleId>
              </a:tblPr>
              <a:tblGrid>
                <a:gridCol w="649400">
                  <a:extLst>
                    <a:ext uri="{9D8B030D-6E8A-4147-A177-3AD203B41FA5}">
                      <a16:colId xmlns:a16="http://schemas.microsoft.com/office/drawing/2014/main" val="2181951654"/>
                    </a:ext>
                  </a:extLst>
                </a:gridCol>
                <a:gridCol w="1261008">
                  <a:extLst>
                    <a:ext uri="{9D8B030D-6E8A-4147-A177-3AD203B41FA5}">
                      <a16:colId xmlns:a16="http://schemas.microsoft.com/office/drawing/2014/main" val="3098724278"/>
                    </a:ext>
                  </a:extLst>
                </a:gridCol>
                <a:gridCol w="1546508">
                  <a:extLst>
                    <a:ext uri="{9D8B030D-6E8A-4147-A177-3AD203B41FA5}">
                      <a16:colId xmlns:a16="http://schemas.microsoft.com/office/drawing/2014/main" val="897784538"/>
                    </a:ext>
                  </a:extLst>
                </a:gridCol>
              </a:tblGrid>
              <a:tr h="302644">
                <a:tc>
                  <a:txBody>
                    <a:bodyPr/>
                    <a:lstStyle/>
                    <a:p>
                      <a:r>
                        <a:rPr lang="es-ES" sz="1400" b="1" dirty="0" err="1">
                          <a:effectLst/>
                        </a:rPr>
                        <a:t>nss</a:t>
                      </a:r>
                      <a:endParaRPr lang="es-ES" sz="1400" b="1" dirty="0">
                        <a:effectLst/>
                      </a:endParaRPr>
                    </a:p>
                  </a:txBody>
                  <a:tcPr marL="141099" marR="141099" marT="70549" marB="70549" anchor="ctr">
                    <a:solidFill>
                      <a:schemeClr val="accent2"/>
                    </a:solidFill>
                  </a:tcPr>
                </a:tc>
                <a:tc>
                  <a:txBody>
                    <a:bodyPr/>
                    <a:lstStyle/>
                    <a:p>
                      <a:r>
                        <a:rPr lang="es-ES" sz="1400" dirty="0">
                          <a:effectLst/>
                        </a:rPr>
                        <a:t>nombre</a:t>
                      </a:r>
                    </a:p>
                  </a:txBody>
                  <a:tcPr marL="141099" marR="141099" marT="70549" marB="70549" anchor="ctr"/>
                </a:tc>
                <a:tc>
                  <a:txBody>
                    <a:bodyPr/>
                    <a:lstStyle/>
                    <a:p>
                      <a:r>
                        <a:rPr lang="es-ES" sz="1400" dirty="0">
                          <a:effectLst/>
                        </a:rPr>
                        <a:t>puesto</a:t>
                      </a:r>
                    </a:p>
                  </a:txBody>
                  <a:tcPr marL="141099" marR="141099" marT="70549" marB="70549" anchor="ctr"/>
                </a:tc>
                <a:extLst>
                  <a:ext uri="{0D108BD9-81ED-4DB2-BD59-A6C34878D82A}">
                    <a16:rowId xmlns:a16="http://schemas.microsoft.com/office/drawing/2014/main" val="376035327"/>
                  </a:ext>
                </a:extLst>
              </a:tr>
              <a:tr h="447759">
                <a:tc>
                  <a:txBody>
                    <a:bodyPr/>
                    <a:lstStyle/>
                    <a:p>
                      <a:r>
                        <a:rPr lang="es-ES" sz="1400" dirty="0">
                          <a:effectLst/>
                        </a:rPr>
                        <a:t>111</a:t>
                      </a:r>
                    </a:p>
                  </a:txBody>
                  <a:tcPr marL="141099" marR="141099" marT="70549" marB="70549" anchor="ctr"/>
                </a:tc>
                <a:tc>
                  <a:txBody>
                    <a:bodyPr/>
                    <a:lstStyle/>
                    <a:p>
                      <a:r>
                        <a:rPr lang="es-ES" sz="1400" dirty="0">
                          <a:effectLst/>
                        </a:rPr>
                        <a:t>Luis Pérez</a:t>
                      </a:r>
                    </a:p>
                  </a:txBody>
                  <a:tcPr marL="141099" marR="141099" marT="70549" marB="70549" anchor="ctr"/>
                </a:tc>
                <a:tc>
                  <a:txBody>
                    <a:bodyPr/>
                    <a:lstStyle/>
                    <a:p>
                      <a:r>
                        <a:rPr lang="es-ES" sz="1400" dirty="0">
                          <a:effectLst/>
                        </a:rPr>
                        <a:t>Jefe de Unidad</a:t>
                      </a:r>
                    </a:p>
                  </a:txBody>
                  <a:tcPr marL="141099" marR="141099" marT="70549" marB="70549" anchor="ctr"/>
                </a:tc>
                <a:extLst>
                  <a:ext uri="{0D108BD9-81ED-4DB2-BD59-A6C34878D82A}">
                    <a16:rowId xmlns:a16="http://schemas.microsoft.com/office/drawing/2014/main" val="683341157"/>
                  </a:ext>
                </a:extLst>
              </a:tr>
              <a:tr h="447759">
                <a:tc>
                  <a:txBody>
                    <a:bodyPr/>
                    <a:lstStyle/>
                    <a:p>
                      <a:r>
                        <a:rPr lang="es-ES" sz="1400" dirty="0">
                          <a:effectLst/>
                        </a:rPr>
                        <a:t>150</a:t>
                      </a:r>
                    </a:p>
                  </a:txBody>
                  <a:tcPr marL="141099" marR="141099" marT="70549" marB="70549" anchor="ctr"/>
                </a:tc>
                <a:tc>
                  <a:txBody>
                    <a:bodyPr/>
                    <a:lstStyle/>
                    <a:p>
                      <a:r>
                        <a:rPr lang="es-ES" sz="1400">
                          <a:effectLst/>
                        </a:rPr>
                        <a:t>María Ruiz</a:t>
                      </a:r>
                    </a:p>
                  </a:txBody>
                  <a:tcPr marL="141099" marR="141099" marT="70549" marB="70549" anchor="ctr"/>
                </a:tc>
                <a:tc>
                  <a:txBody>
                    <a:bodyPr/>
                    <a:lstStyle/>
                    <a:p>
                      <a:r>
                        <a:rPr lang="es-ES" sz="1400" dirty="0">
                          <a:effectLst/>
                        </a:rPr>
                        <a:t>Jefa Técnica</a:t>
                      </a:r>
                    </a:p>
                  </a:txBody>
                  <a:tcPr marL="141099" marR="141099" marT="70549" marB="70549" anchor="ctr"/>
                </a:tc>
                <a:extLst>
                  <a:ext uri="{0D108BD9-81ED-4DB2-BD59-A6C34878D82A}">
                    <a16:rowId xmlns:a16="http://schemas.microsoft.com/office/drawing/2014/main" val="2199734830"/>
                  </a:ext>
                </a:extLst>
              </a:tr>
              <a:tr h="447759">
                <a:tc>
                  <a:txBody>
                    <a:bodyPr/>
                    <a:lstStyle/>
                    <a:p>
                      <a:r>
                        <a:rPr lang="es-ES" sz="1400" dirty="0">
                          <a:effectLst/>
                        </a:rPr>
                        <a:t>232</a:t>
                      </a:r>
                    </a:p>
                  </a:txBody>
                  <a:tcPr marL="141099" marR="141099" marT="70549" marB="70549" anchor="ctr"/>
                </a:tc>
                <a:tc>
                  <a:txBody>
                    <a:bodyPr/>
                    <a:lstStyle/>
                    <a:p>
                      <a:r>
                        <a:rPr lang="es-ES" sz="1400" dirty="0">
                          <a:effectLst/>
                        </a:rPr>
                        <a:t>José Sánchez</a:t>
                      </a:r>
                    </a:p>
                  </a:txBody>
                  <a:tcPr marL="141099" marR="141099" marT="70549" marB="70549" anchor="ctr"/>
                </a:tc>
                <a:tc>
                  <a:txBody>
                    <a:bodyPr/>
                    <a:lstStyle/>
                    <a:p>
                      <a:r>
                        <a:rPr lang="es-ES" sz="1400" dirty="0">
                          <a:effectLst/>
                        </a:rPr>
                        <a:t>Administrativo</a:t>
                      </a:r>
                    </a:p>
                  </a:txBody>
                  <a:tcPr marL="141099" marR="141099" marT="70549" marB="70549" anchor="ctr"/>
                </a:tc>
                <a:extLst>
                  <a:ext uri="{0D108BD9-81ED-4DB2-BD59-A6C34878D82A}">
                    <a16:rowId xmlns:a16="http://schemas.microsoft.com/office/drawing/2014/main" val="1340479351"/>
                  </a:ext>
                </a:extLst>
              </a:tr>
            </a:tbl>
          </a:graphicData>
        </a:graphic>
      </p:graphicFrame>
    </p:spTree>
    <p:extLst>
      <p:ext uri="{BB962C8B-B14F-4D97-AF65-F5344CB8AC3E}">
        <p14:creationId xmlns:p14="http://schemas.microsoft.com/office/powerpoint/2010/main" val="19045864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3EE175-67FB-40E6-82C9-92274071BBA2}"/>
              </a:ext>
            </a:extLst>
          </p:cNvPr>
          <p:cNvSpPr>
            <a:spLocks noGrp="1"/>
          </p:cNvSpPr>
          <p:nvPr>
            <p:ph type="title"/>
          </p:nvPr>
        </p:nvSpPr>
        <p:spPr>
          <a:xfrm>
            <a:off x="889023" y="289292"/>
            <a:ext cx="7586036" cy="398944"/>
          </a:xfrm>
        </p:spPr>
        <p:txBody>
          <a:bodyPr>
            <a:normAutofit fontScale="90000"/>
          </a:bodyPr>
          <a:lstStyle/>
          <a:p>
            <a:r>
              <a:rPr lang="es-ES" dirty="0"/>
              <a:t>NORMALIZACIÓN COMPLETA</a:t>
            </a:r>
          </a:p>
        </p:txBody>
      </p:sp>
      <p:sp>
        <p:nvSpPr>
          <p:cNvPr id="4" name="Marcador de número de diapositiva 3">
            <a:extLst>
              <a:ext uri="{FF2B5EF4-FFF2-40B4-BE49-F238E27FC236}">
                <a16:creationId xmlns:a16="http://schemas.microsoft.com/office/drawing/2014/main" id="{410A0E8B-F047-4ECF-B92E-4A3755FD3B5F}"/>
              </a:ext>
            </a:extLst>
          </p:cNvPr>
          <p:cNvSpPr>
            <a:spLocks noGrp="1"/>
          </p:cNvSpPr>
          <p:nvPr>
            <p:ph type="sldNum" sz="quarter" idx="12"/>
          </p:nvPr>
        </p:nvSpPr>
        <p:spPr/>
        <p:txBody>
          <a:bodyPr/>
          <a:lstStyle/>
          <a:p>
            <a:pPr>
              <a:defRPr/>
            </a:pPr>
            <a:fld id="{D59A6A4B-46E3-43DE-99F2-D9A5AD28FA7D}" type="slidenum">
              <a:rPr lang="es-ES" altLang="es-ES" smtClean="0"/>
              <a:pPr>
                <a:defRPr/>
              </a:pPr>
              <a:t>7</a:t>
            </a:fld>
            <a:endParaRPr lang="es-ES" altLang="es-ES"/>
          </a:p>
        </p:txBody>
      </p:sp>
      <p:sp>
        <p:nvSpPr>
          <p:cNvPr id="3" name="Marcador de contenido 2">
            <a:extLst>
              <a:ext uri="{FF2B5EF4-FFF2-40B4-BE49-F238E27FC236}">
                <a16:creationId xmlns:a16="http://schemas.microsoft.com/office/drawing/2014/main" id="{8B77A2A1-F8EE-AE62-4EC8-85D59F46B7CB}"/>
              </a:ext>
            </a:extLst>
          </p:cNvPr>
          <p:cNvSpPr>
            <a:spLocks noGrp="1"/>
          </p:cNvSpPr>
          <p:nvPr>
            <p:ph idx="1"/>
          </p:nvPr>
        </p:nvSpPr>
        <p:spPr>
          <a:xfrm>
            <a:off x="882502" y="570491"/>
            <a:ext cx="7632848" cy="365126"/>
          </a:xfrm>
        </p:spPr>
        <p:txBody>
          <a:bodyPr>
            <a:normAutofit/>
          </a:bodyPr>
          <a:lstStyle/>
          <a:p>
            <a:pPr marL="274320" lvl="1" indent="0">
              <a:buNone/>
            </a:pPr>
            <a:r>
              <a:rPr lang="es-ES" sz="1400" dirty="0"/>
              <a:t>EMPLEADOS(</a:t>
            </a:r>
            <a:r>
              <a:rPr lang="es-ES" sz="1400" u="sng" dirty="0" err="1"/>
              <a:t>nss</a:t>
            </a:r>
            <a:r>
              <a:rPr lang="es-ES" sz="1400" dirty="0"/>
              <a:t>, nombre, puesto, salario, emails)</a:t>
            </a:r>
          </a:p>
          <a:p>
            <a:pPr marL="0" indent="0">
              <a:buNone/>
            </a:pPr>
            <a:endParaRPr lang="es-ES" sz="1800" dirty="0"/>
          </a:p>
        </p:txBody>
      </p:sp>
      <p:sp>
        <p:nvSpPr>
          <p:cNvPr id="15" name="CuadroTexto 14">
            <a:extLst>
              <a:ext uri="{FF2B5EF4-FFF2-40B4-BE49-F238E27FC236}">
                <a16:creationId xmlns:a16="http://schemas.microsoft.com/office/drawing/2014/main" id="{62454DD0-46EE-6F56-132A-E8B37A97C729}"/>
              </a:ext>
            </a:extLst>
          </p:cNvPr>
          <p:cNvSpPr txBox="1"/>
          <p:nvPr/>
        </p:nvSpPr>
        <p:spPr>
          <a:xfrm>
            <a:off x="162569" y="2702299"/>
            <a:ext cx="3240360" cy="261610"/>
          </a:xfrm>
          <a:prstGeom prst="rect">
            <a:avLst/>
          </a:prstGeom>
          <a:noFill/>
          <a:effectLst>
            <a:outerShdw blurRad="50800" dist="38100" dir="5400000" algn="t" rotWithShape="0">
              <a:prstClr val="black">
                <a:alpha val="40000"/>
              </a:prstClr>
            </a:outerShdw>
          </a:effectLst>
        </p:spPr>
        <p:txBody>
          <a:bodyPr wrap="square">
            <a:spAutoFit/>
          </a:bodyPr>
          <a:lstStyle/>
          <a:p>
            <a:r>
              <a:rPr lang="es-ES" sz="1050" dirty="0"/>
              <a:t>EMPLEADOS(</a:t>
            </a:r>
            <a:r>
              <a:rPr lang="es-ES" sz="1050" u="sng" dirty="0" err="1"/>
              <a:t>nss</a:t>
            </a:r>
            <a:r>
              <a:rPr lang="es-ES" sz="1050" dirty="0"/>
              <a:t>, nombre, puesto, salario)</a:t>
            </a:r>
          </a:p>
        </p:txBody>
      </p:sp>
      <p:sp>
        <p:nvSpPr>
          <p:cNvPr id="16" name="CuadroTexto 15">
            <a:extLst>
              <a:ext uri="{FF2B5EF4-FFF2-40B4-BE49-F238E27FC236}">
                <a16:creationId xmlns:a16="http://schemas.microsoft.com/office/drawing/2014/main" id="{D5D7AB7F-90B8-509C-5436-BAB0620FC2AA}"/>
              </a:ext>
            </a:extLst>
          </p:cNvPr>
          <p:cNvSpPr txBox="1"/>
          <p:nvPr/>
        </p:nvSpPr>
        <p:spPr>
          <a:xfrm>
            <a:off x="6938727" y="1309967"/>
            <a:ext cx="1576623" cy="261610"/>
          </a:xfrm>
          <a:prstGeom prst="rect">
            <a:avLst/>
          </a:prstGeom>
          <a:noFill/>
          <a:effectLst>
            <a:outerShdw blurRad="50800" dist="38100" dir="5400000" algn="t" rotWithShape="0">
              <a:prstClr val="black">
                <a:alpha val="40000"/>
              </a:prstClr>
            </a:outerShdw>
          </a:effectLst>
        </p:spPr>
        <p:txBody>
          <a:bodyPr wrap="square">
            <a:spAutoFit/>
          </a:bodyPr>
          <a:lstStyle/>
          <a:p>
            <a:r>
              <a:rPr lang="es-ES" sz="1050" dirty="0"/>
              <a:t>EMAILS(</a:t>
            </a:r>
            <a:r>
              <a:rPr lang="es-ES" sz="1050" u="sng" dirty="0" err="1"/>
              <a:t>nss</a:t>
            </a:r>
            <a:r>
              <a:rPr lang="es-ES" sz="1050" dirty="0"/>
              <a:t>, </a:t>
            </a:r>
            <a:r>
              <a:rPr lang="es-ES" sz="1050" u="sng" dirty="0"/>
              <a:t>email</a:t>
            </a:r>
            <a:r>
              <a:rPr lang="es-ES" sz="1050" dirty="0"/>
              <a:t>)</a:t>
            </a:r>
          </a:p>
        </p:txBody>
      </p:sp>
      <p:pic>
        <p:nvPicPr>
          <p:cNvPr id="18" name="Gráfico 17" descr="División en la carretera con relleno sólido">
            <a:extLst>
              <a:ext uri="{FF2B5EF4-FFF2-40B4-BE49-F238E27FC236}">
                <a16:creationId xmlns:a16="http://schemas.microsoft.com/office/drawing/2014/main" id="{209197A5-3A09-0AE3-7410-FF01DF663F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4675119" y="2730594"/>
            <a:ext cx="914400" cy="914400"/>
          </a:xfrm>
          <a:prstGeom prst="rect">
            <a:avLst/>
          </a:prstGeom>
          <a:effectLst>
            <a:glow rad="63500">
              <a:schemeClr val="accent2">
                <a:satMod val="175000"/>
                <a:alpha val="40000"/>
              </a:schemeClr>
            </a:glow>
            <a:outerShdw blurRad="50800" dist="38100" dir="5400000" algn="t" rotWithShape="0">
              <a:prstClr val="black">
                <a:alpha val="40000"/>
              </a:prstClr>
            </a:outerShdw>
          </a:effectLst>
        </p:spPr>
      </p:pic>
      <p:graphicFrame>
        <p:nvGraphicFramePr>
          <p:cNvPr id="19" name="Tabla 18">
            <a:extLst>
              <a:ext uri="{FF2B5EF4-FFF2-40B4-BE49-F238E27FC236}">
                <a16:creationId xmlns:a16="http://schemas.microsoft.com/office/drawing/2014/main" id="{C72D8A45-895F-CC07-B248-2B7496F514CB}"/>
              </a:ext>
            </a:extLst>
          </p:cNvPr>
          <p:cNvGraphicFramePr>
            <a:graphicFrameLocks noGrp="1"/>
          </p:cNvGraphicFramePr>
          <p:nvPr>
            <p:extLst>
              <p:ext uri="{D42A27DB-BD31-4B8C-83A1-F6EECF244321}">
                <p14:modId xmlns:p14="http://schemas.microsoft.com/office/powerpoint/2010/main" val="3263172739"/>
              </p:ext>
            </p:extLst>
          </p:nvPr>
        </p:nvGraphicFramePr>
        <p:xfrm>
          <a:off x="1172737" y="975551"/>
          <a:ext cx="4767415" cy="1684532"/>
        </p:xfrm>
        <a:graphic>
          <a:graphicData uri="http://schemas.openxmlformats.org/drawingml/2006/table">
            <a:tbl>
              <a:tblPr firstRow="1" bandRow="1">
                <a:tableStyleId>{00A15C55-8517-42AA-B614-E9B94910E393}</a:tableStyleId>
              </a:tblPr>
              <a:tblGrid>
                <a:gridCol w="527032">
                  <a:extLst>
                    <a:ext uri="{9D8B030D-6E8A-4147-A177-3AD203B41FA5}">
                      <a16:colId xmlns:a16="http://schemas.microsoft.com/office/drawing/2014/main" val="1411730683"/>
                    </a:ext>
                  </a:extLst>
                </a:gridCol>
                <a:gridCol w="1023393">
                  <a:extLst>
                    <a:ext uri="{9D8B030D-6E8A-4147-A177-3AD203B41FA5}">
                      <a16:colId xmlns:a16="http://schemas.microsoft.com/office/drawing/2014/main" val="1053716197"/>
                    </a:ext>
                  </a:extLst>
                </a:gridCol>
                <a:gridCol w="1255095">
                  <a:extLst>
                    <a:ext uri="{9D8B030D-6E8A-4147-A177-3AD203B41FA5}">
                      <a16:colId xmlns:a16="http://schemas.microsoft.com/office/drawing/2014/main" val="466200512"/>
                    </a:ext>
                  </a:extLst>
                </a:gridCol>
                <a:gridCol w="722780">
                  <a:extLst>
                    <a:ext uri="{9D8B030D-6E8A-4147-A177-3AD203B41FA5}">
                      <a16:colId xmlns:a16="http://schemas.microsoft.com/office/drawing/2014/main" val="781925501"/>
                    </a:ext>
                  </a:extLst>
                </a:gridCol>
                <a:gridCol w="1239115">
                  <a:extLst>
                    <a:ext uri="{9D8B030D-6E8A-4147-A177-3AD203B41FA5}">
                      <a16:colId xmlns:a16="http://schemas.microsoft.com/office/drawing/2014/main" val="1774372275"/>
                    </a:ext>
                  </a:extLst>
                </a:gridCol>
              </a:tblGrid>
              <a:tr h="257713">
                <a:tc>
                  <a:txBody>
                    <a:bodyPr/>
                    <a:lstStyle/>
                    <a:p>
                      <a:r>
                        <a:rPr lang="es-ES" sz="1050" b="1" dirty="0" err="1">
                          <a:effectLst/>
                        </a:rPr>
                        <a:t>nss</a:t>
                      </a:r>
                      <a:endParaRPr lang="es-ES" sz="1050" b="1" dirty="0">
                        <a:effectLst/>
                      </a:endParaRPr>
                    </a:p>
                  </a:txBody>
                  <a:tcPr marL="141099" marR="141099" marT="70549" marB="70549" anchor="ctr">
                    <a:solidFill>
                      <a:schemeClr val="accent2"/>
                    </a:solidFill>
                  </a:tcPr>
                </a:tc>
                <a:tc>
                  <a:txBody>
                    <a:bodyPr/>
                    <a:lstStyle/>
                    <a:p>
                      <a:r>
                        <a:rPr lang="es-ES" sz="1050" dirty="0">
                          <a:effectLst/>
                        </a:rPr>
                        <a:t>nombre</a:t>
                      </a:r>
                    </a:p>
                  </a:txBody>
                  <a:tcPr marL="141099" marR="141099" marT="70549" marB="70549" anchor="ctr"/>
                </a:tc>
                <a:tc>
                  <a:txBody>
                    <a:bodyPr/>
                    <a:lstStyle/>
                    <a:p>
                      <a:r>
                        <a:rPr lang="es-ES" sz="1050" dirty="0">
                          <a:effectLst/>
                        </a:rPr>
                        <a:t>puesto</a:t>
                      </a:r>
                    </a:p>
                  </a:txBody>
                  <a:tcPr marL="141099" marR="141099" marT="70549" marB="70549" anchor="ctr"/>
                </a:tc>
                <a:tc>
                  <a:txBody>
                    <a:bodyPr/>
                    <a:lstStyle/>
                    <a:p>
                      <a:r>
                        <a:rPr lang="es-ES" sz="1050">
                          <a:effectLst/>
                        </a:rPr>
                        <a:t>salario</a:t>
                      </a:r>
                    </a:p>
                  </a:txBody>
                  <a:tcPr marL="141099" marR="141099" marT="70549" marB="70549" anchor="ctr"/>
                </a:tc>
                <a:tc>
                  <a:txBody>
                    <a:bodyPr/>
                    <a:lstStyle/>
                    <a:p>
                      <a:r>
                        <a:rPr lang="es-ES" sz="1050" dirty="0">
                          <a:effectLst/>
                        </a:rPr>
                        <a:t>emails</a:t>
                      </a:r>
                    </a:p>
                  </a:txBody>
                  <a:tcPr marL="141099" marR="141099" marT="70549" marB="70549" anchor="ctr"/>
                </a:tc>
                <a:extLst>
                  <a:ext uri="{0D108BD9-81ED-4DB2-BD59-A6C34878D82A}">
                    <a16:rowId xmlns:a16="http://schemas.microsoft.com/office/drawing/2014/main" val="723363103"/>
                  </a:ext>
                </a:extLst>
              </a:tr>
              <a:tr h="394666">
                <a:tc>
                  <a:txBody>
                    <a:bodyPr/>
                    <a:lstStyle/>
                    <a:p>
                      <a:r>
                        <a:rPr lang="es-ES" sz="1050" dirty="0">
                          <a:effectLst/>
                        </a:rPr>
                        <a:t>111</a:t>
                      </a:r>
                    </a:p>
                  </a:txBody>
                  <a:tcPr marL="141099" marR="141099" marT="70549" marB="70549" anchor="ctr"/>
                </a:tc>
                <a:tc>
                  <a:txBody>
                    <a:bodyPr/>
                    <a:lstStyle/>
                    <a:p>
                      <a:r>
                        <a:rPr lang="es-ES" sz="1050" dirty="0">
                          <a:effectLst/>
                        </a:rPr>
                        <a:t>Luis Pérez</a:t>
                      </a:r>
                    </a:p>
                  </a:txBody>
                  <a:tcPr marL="141099" marR="141099" marT="70549" marB="70549" anchor="ctr"/>
                </a:tc>
                <a:tc>
                  <a:txBody>
                    <a:bodyPr/>
                    <a:lstStyle/>
                    <a:p>
                      <a:r>
                        <a:rPr lang="es-ES" sz="1050">
                          <a:effectLst/>
                        </a:rPr>
                        <a:t>Jefe de Unidad</a:t>
                      </a:r>
                    </a:p>
                  </a:txBody>
                  <a:tcPr marL="141099" marR="141099" marT="70549" marB="70549" anchor="ctr"/>
                </a:tc>
                <a:tc>
                  <a:txBody>
                    <a:bodyPr/>
                    <a:lstStyle/>
                    <a:p>
                      <a:r>
                        <a:rPr lang="es-ES" sz="1050">
                          <a:effectLst/>
                        </a:rPr>
                        <a:t>3000</a:t>
                      </a:r>
                    </a:p>
                  </a:txBody>
                  <a:tcPr marL="141099" marR="141099" marT="70549" marB="70549" anchor="ctr"/>
                </a:tc>
                <a:tc>
                  <a:txBody>
                    <a:bodyPr/>
                    <a:lstStyle/>
                    <a:p>
                      <a:r>
                        <a:rPr lang="es-ES" sz="1050" dirty="0" err="1">
                          <a:effectLst/>
                          <a:hlinkClick r:id="rId4"/>
                        </a:rPr>
                        <a:t>luisp@edu.e</a:t>
                      </a:r>
                      <a:endParaRPr lang="es-ES" sz="1050" dirty="0">
                        <a:effectLst/>
                        <a:hlinkClick r:id="rId4"/>
                      </a:endParaRPr>
                    </a:p>
                    <a:p>
                      <a:r>
                        <a:rPr lang="es-ES" sz="1050" dirty="0">
                          <a:effectLst/>
                          <a:hlinkClick r:id="rId4"/>
                        </a:rPr>
                        <a:t>jefu2@edu.es</a:t>
                      </a:r>
                      <a:endParaRPr lang="es-ES" sz="1050" dirty="0">
                        <a:effectLst/>
                      </a:endParaRPr>
                    </a:p>
                  </a:txBody>
                  <a:tcPr marL="141099" marR="141099" marT="70549" marB="70549" anchor="ctr"/>
                </a:tc>
                <a:extLst>
                  <a:ext uri="{0D108BD9-81ED-4DB2-BD59-A6C34878D82A}">
                    <a16:rowId xmlns:a16="http://schemas.microsoft.com/office/drawing/2014/main" val="1801272498"/>
                  </a:ext>
                </a:extLst>
              </a:tr>
              <a:tr h="394666">
                <a:tc>
                  <a:txBody>
                    <a:bodyPr/>
                    <a:lstStyle/>
                    <a:p>
                      <a:r>
                        <a:rPr lang="es-ES" sz="1050">
                          <a:effectLst/>
                        </a:rPr>
                        <a:t>150</a:t>
                      </a:r>
                    </a:p>
                  </a:txBody>
                  <a:tcPr marL="141099" marR="141099" marT="70549" marB="70549" anchor="ctr"/>
                </a:tc>
                <a:tc>
                  <a:txBody>
                    <a:bodyPr/>
                    <a:lstStyle/>
                    <a:p>
                      <a:r>
                        <a:rPr lang="es-ES" sz="1050" dirty="0">
                          <a:effectLst/>
                        </a:rPr>
                        <a:t>María Ruiz</a:t>
                      </a:r>
                    </a:p>
                  </a:txBody>
                  <a:tcPr marL="141099" marR="141099" marT="70549" marB="70549" anchor="ctr"/>
                </a:tc>
                <a:tc>
                  <a:txBody>
                    <a:bodyPr/>
                    <a:lstStyle/>
                    <a:p>
                      <a:r>
                        <a:rPr lang="es-ES" sz="1050">
                          <a:effectLst/>
                        </a:rPr>
                        <a:t>Jefa Técnica</a:t>
                      </a:r>
                    </a:p>
                  </a:txBody>
                  <a:tcPr marL="141099" marR="141099" marT="70549" marB="70549" anchor="ctr"/>
                </a:tc>
                <a:tc>
                  <a:txBody>
                    <a:bodyPr/>
                    <a:lstStyle/>
                    <a:p>
                      <a:r>
                        <a:rPr lang="es-ES" sz="1050">
                          <a:effectLst/>
                        </a:rPr>
                        <a:t>2200</a:t>
                      </a:r>
                    </a:p>
                  </a:txBody>
                  <a:tcPr marL="141099" marR="141099" marT="70549" marB="70549" anchor="ctr"/>
                </a:tc>
                <a:tc>
                  <a:txBody>
                    <a:bodyPr/>
                    <a:lstStyle/>
                    <a:p>
                      <a:r>
                        <a:rPr lang="es-ES" sz="1050" dirty="0">
                          <a:effectLst/>
                          <a:hlinkClick r:id="rId5"/>
                        </a:rPr>
                        <a:t>marr@edu.es</a:t>
                      </a:r>
                      <a:endParaRPr lang="es-ES" sz="1050" dirty="0">
                        <a:effectLst/>
                      </a:endParaRPr>
                    </a:p>
                    <a:p>
                      <a:r>
                        <a:rPr lang="es-ES" sz="1050" dirty="0">
                          <a:effectLst/>
                          <a:hlinkClick r:id="rId6"/>
                        </a:rPr>
                        <a:t>jeft@edu.es</a:t>
                      </a:r>
                      <a:endParaRPr lang="es-ES" sz="1050" dirty="0">
                        <a:effectLst/>
                      </a:endParaRPr>
                    </a:p>
                  </a:txBody>
                  <a:tcPr marL="141099" marR="141099" marT="70549" marB="70549" anchor="ctr"/>
                </a:tc>
                <a:extLst>
                  <a:ext uri="{0D108BD9-81ED-4DB2-BD59-A6C34878D82A}">
                    <a16:rowId xmlns:a16="http://schemas.microsoft.com/office/drawing/2014/main" val="627772367"/>
                  </a:ext>
                </a:extLst>
              </a:tr>
              <a:tr h="326284">
                <a:tc>
                  <a:txBody>
                    <a:bodyPr/>
                    <a:lstStyle/>
                    <a:p>
                      <a:r>
                        <a:rPr lang="es-ES" sz="1050">
                          <a:effectLst/>
                        </a:rPr>
                        <a:t>232</a:t>
                      </a:r>
                    </a:p>
                  </a:txBody>
                  <a:tcPr marL="141099" marR="141099" marT="70549" marB="70549" anchor="ctr"/>
                </a:tc>
                <a:tc>
                  <a:txBody>
                    <a:bodyPr/>
                    <a:lstStyle/>
                    <a:p>
                      <a:r>
                        <a:rPr lang="es-ES" sz="1050" dirty="0">
                          <a:effectLst/>
                        </a:rPr>
                        <a:t>José Sánchez</a:t>
                      </a:r>
                    </a:p>
                  </a:txBody>
                  <a:tcPr marL="141099" marR="141099" marT="70549" marB="70549" anchor="ctr"/>
                </a:tc>
                <a:tc>
                  <a:txBody>
                    <a:bodyPr/>
                    <a:lstStyle/>
                    <a:p>
                      <a:r>
                        <a:rPr lang="es-ES" sz="1050">
                          <a:effectLst/>
                        </a:rPr>
                        <a:t>Administrativo</a:t>
                      </a:r>
                    </a:p>
                  </a:txBody>
                  <a:tcPr marL="141099" marR="141099" marT="70549" marB="70549" anchor="ctr"/>
                </a:tc>
                <a:tc>
                  <a:txBody>
                    <a:bodyPr/>
                    <a:lstStyle/>
                    <a:p>
                      <a:r>
                        <a:rPr lang="es-ES" sz="1050">
                          <a:effectLst/>
                        </a:rPr>
                        <a:t>1500</a:t>
                      </a:r>
                    </a:p>
                  </a:txBody>
                  <a:tcPr marL="141099" marR="141099" marT="70549" marB="70549" anchor="ctr"/>
                </a:tc>
                <a:tc>
                  <a:txBody>
                    <a:bodyPr/>
                    <a:lstStyle/>
                    <a:p>
                      <a:r>
                        <a:rPr lang="es-ES" sz="1050" dirty="0">
                          <a:effectLst/>
                          <a:hlinkClick r:id="rId7"/>
                        </a:rPr>
                        <a:t>joss@edu.es</a:t>
                      </a:r>
                      <a:endParaRPr lang="es-ES" sz="1050" dirty="0">
                        <a:effectLst/>
                      </a:endParaRPr>
                    </a:p>
                  </a:txBody>
                  <a:tcPr marL="141099" marR="141099" marT="70549" marB="70549" anchor="ctr"/>
                </a:tc>
                <a:extLst>
                  <a:ext uri="{0D108BD9-81ED-4DB2-BD59-A6C34878D82A}">
                    <a16:rowId xmlns:a16="http://schemas.microsoft.com/office/drawing/2014/main" val="3772948077"/>
                  </a:ext>
                </a:extLst>
              </a:tr>
            </a:tbl>
          </a:graphicData>
        </a:graphic>
      </p:graphicFrame>
      <p:graphicFrame>
        <p:nvGraphicFramePr>
          <p:cNvPr id="20" name="Tabla 19">
            <a:extLst>
              <a:ext uri="{FF2B5EF4-FFF2-40B4-BE49-F238E27FC236}">
                <a16:creationId xmlns:a16="http://schemas.microsoft.com/office/drawing/2014/main" id="{1414534F-A736-4813-3DA6-C62C7B2C345C}"/>
              </a:ext>
            </a:extLst>
          </p:cNvPr>
          <p:cNvGraphicFramePr>
            <a:graphicFrameLocks noGrp="1"/>
          </p:cNvGraphicFramePr>
          <p:nvPr>
            <p:extLst>
              <p:ext uri="{D42A27DB-BD31-4B8C-83A1-F6EECF244321}">
                <p14:modId xmlns:p14="http://schemas.microsoft.com/office/powerpoint/2010/main" val="850987028"/>
              </p:ext>
            </p:extLst>
          </p:nvPr>
        </p:nvGraphicFramePr>
        <p:xfrm>
          <a:off x="54484" y="3071131"/>
          <a:ext cx="3941452" cy="1220717"/>
        </p:xfrm>
        <a:graphic>
          <a:graphicData uri="http://schemas.openxmlformats.org/drawingml/2006/table">
            <a:tbl>
              <a:tblPr firstRow="1" bandRow="1">
                <a:tableStyleId>{00A15C55-8517-42AA-B614-E9B94910E393}</a:tableStyleId>
              </a:tblPr>
              <a:tblGrid>
                <a:gridCol w="588745">
                  <a:extLst>
                    <a:ext uri="{9D8B030D-6E8A-4147-A177-3AD203B41FA5}">
                      <a16:colId xmlns:a16="http://schemas.microsoft.com/office/drawing/2014/main" val="1411730683"/>
                    </a:ext>
                  </a:extLst>
                </a:gridCol>
                <a:gridCol w="1143229">
                  <a:extLst>
                    <a:ext uri="{9D8B030D-6E8A-4147-A177-3AD203B41FA5}">
                      <a16:colId xmlns:a16="http://schemas.microsoft.com/office/drawing/2014/main" val="1053716197"/>
                    </a:ext>
                  </a:extLst>
                </a:gridCol>
                <a:gridCol w="1402063">
                  <a:extLst>
                    <a:ext uri="{9D8B030D-6E8A-4147-A177-3AD203B41FA5}">
                      <a16:colId xmlns:a16="http://schemas.microsoft.com/office/drawing/2014/main" val="466200512"/>
                    </a:ext>
                  </a:extLst>
                </a:gridCol>
                <a:gridCol w="807415">
                  <a:extLst>
                    <a:ext uri="{9D8B030D-6E8A-4147-A177-3AD203B41FA5}">
                      <a16:colId xmlns:a16="http://schemas.microsoft.com/office/drawing/2014/main" val="781925501"/>
                    </a:ext>
                  </a:extLst>
                </a:gridCol>
              </a:tblGrid>
              <a:tr h="207188">
                <a:tc>
                  <a:txBody>
                    <a:bodyPr/>
                    <a:lstStyle/>
                    <a:p>
                      <a:r>
                        <a:rPr lang="es-ES" sz="1050" b="1" dirty="0" err="1">
                          <a:effectLst/>
                        </a:rPr>
                        <a:t>nss</a:t>
                      </a:r>
                      <a:endParaRPr lang="es-ES" sz="1050" b="1" dirty="0">
                        <a:effectLst/>
                      </a:endParaRPr>
                    </a:p>
                  </a:txBody>
                  <a:tcPr marL="141099" marR="141099" marT="70549" marB="70549" anchor="ctr">
                    <a:solidFill>
                      <a:schemeClr val="accent2"/>
                    </a:solidFill>
                  </a:tcPr>
                </a:tc>
                <a:tc>
                  <a:txBody>
                    <a:bodyPr/>
                    <a:lstStyle/>
                    <a:p>
                      <a:r>
                        <a:rPr lang="es-ES" sz="1050" dirty="0">
                          <a:effectLst/>
                        </a:rPr>
                        <a:t>nombre</a:t>
                      </a:r>
                    </a:p>
                  </a:txBody>
                  <a:tcPr marL="141099" marR="141099" marT="70549" marB="70549" anchor="ctr"/>
                </a:tc>
                <a:tc>
                  <a:txBody>
                    <a:bodyPr/>
                    <a:lstStyle/>
                    <a:p>
                      <a:r>
                        <a:rPr lang="es-ES" sz="1050" dirty="0">
                          <a:effectLst/>
                        </a:rPr>
                        <a:t>puesto</a:t>
                      </a:r>
                    </a:p>
                  </a:txBody>
                  <a:tcPr marL="141099" marR="141099" marT="70549" marB="70549" anchor="ctr"/>
                </a:tc>
                <a:tc>
                  <a:txBody>
                    <a:bodyPr/>
                    <a:lstStyle/>
                    <a:p>
                      <a:r>
                        <a:rPr lang="es-ES" sz="1050" dirty="0">
                          <a:effectLst/>
                        </a:rPr>
                        <a:t>salario</a:t>
                      </a:r>
                    </a:p>
                  </a:txBody>
                  <a:tcPr marL="141099" marR="141099" marT="70549" marB="70549" anchor="ctr"/>
                </a:tc>
                <a:extLst>
                  <a:ext uri="{0D108BD9-81ED-4DB2-BD59-A6C34878D82A}">
                    <a16:rowId xmlns:a16="http://schemas.microsoft.com/office/drawing/2014/main" val="723363103"/>
                  </a:ext>
                </a:extLst>
              </a:tr>
              <a:tr h="306533">
                <a:tc>
                  <a:txBody>
                    <a:bodyPr/>
                    <a:lstStyle/>
                    <a:p>
                      <a:r>
                        <a:rPr lang="es-ES" sz="1050" dirty="0">
                          <a:effectLst/>
                        </a:rPr>
                        <a:t>111</a:t>
                      </a:r>
                    </a:p>
                  </a:txBody>
                  <a:tcPr marL="141099" marR="141099" marT="70549" marB="70549" anchor="ctr"/>
                </a:tc>
                <a:tc>
                  <a:txBody>
                    <a:bodyPr/>
                    <a:lstStyle/>
                    <a:p>
                      <a:r>
                        <a:rPr lang="es-ES" sz="1050" dirty="0">
                          <a:effectLst/>
                        </a:rPr>
                        <a:t>Luis Pérez</a:t>
                      </a:r>
                    </a:p>
                  </a:txBody>
                  <a:tcPr marL="141099" marR="141099" marT="70549" marB="70549" anchor="ctr"/>
                </a:tc>
                <a:tc>
                  <a:txBody>
                    <a:bodyPr/>
                    <a:lstStyle/>
                    <a:p>
                      <a:r>
                        <a:rPr lang="es-ES" sz="1050" dirty="0">
                          <a:effectLst/>
                        </a:rPr>
                        <a:t>Jefe de Unidad</a:t>
                      </a:r>
                    </a:p>
                  </a:txBody>
                  <a:tcPr marL="141099" marR="141099" marT="70549" marB="70549" anchor="ctr"/>
                </a:tc>
                <a:tc>
                  <a:txBody>
                    <a:bodyPr/>
                    <a:lstStyle/>
                    <a:p>
                      <a:r>
                        <a:rPr lang="es-ES" sz="1050" dirty="0">
                          <a:effectLst/>
                        </a:rPr>
                        <a:t>3000</a:t>
                      </a:r>
                    </a:p>
                  </a:txBody>
                  <a:tcPr marL="141099" marR="141099" marT="70549" marB="70549" anchor="ctr"/>
                </a:tc>
                <a:extLst>
                  <a:ext uri="{0D108BD9-81ED-4DB2-BD59-A6C34878D82A}">
                    <a16:rowId xmlns:a16="http://schemas.microsoft.com/office/drawing/2014/main" val="1801272498"/>
                  </a:ext>
                </a:extLst>
              </a:tr>
              <a:tr h="306533">
                <a:tc>
                  <a:txBody>
                    <a:bodyPr/>
                    <a:lstStyle/>
                    <a:p>
                      <a:r>
                        <a:rPr lang="es-ES" sz="1050" dirty="0">
                          <a:effectLst/>
                        </a:rPr>
                        <a:t>150</a:t>
                      </a:r>
                    </a:p>
                  </a:txBody>
                  <a:tcPr marL="141099" marR="141099" marT="70549" marB="70549" anchor="ctr"/>
                </a:tc>
                <a:tc>
                  <a:txBody>
                    <a:bodyPr/>
                    <a:lstStyle/>
                    <a:p>
                      <a:r>
                        <a:rPr lang="es-ES" sz="1050">
                          <a:effectLst/>
                        </a:rPr>
                        <a:t>María Ruiz</a:t>
                      </a:r>
                    </a:p>
                  </a:txBody>
                  <a:tcPr marL="141099" marR="141099" marT="70549" marB="70549" anchor="ctr"/>
                </a:tc>
                <a:tc>
                  <a:txBody>
                    <a:bodyPr/>
                    <a:lstStyle/>
                    <a:p>
                      <a:r>
                        <a:rPr lang="es-ES" sz="1050">
                          <a:effectLst/>
                        </a:rPr>
                        <a:t>Jefa Técnica</a:t>
                      </a:r>
                    </a:p>
                  </a:txBody>
                  <a:tcPr marL="141099" marR="141099" marT="70549" marB="70549" anchor="ctr"/>
                </a:tc>
                <a:tc>
                  <a:txBody>
                    <a:bodyPr/>
                    <a:lstStyle/>
                    <a:p>
                      <a:r>
                        <a:rPr lang="es-ES" sz="1050">
                          <a:effectLst/>
                        </a:rPr>
                        <a:t>2200</a:t>
                      </a:r>
                    </a:p>
                  </a:txBody>
                  <a:tcPr marL="141099" marR="141099" marT="70549" marB="70549" anchor="ctr"/>
                </a:tc>
                <a:extLst>
                  <a:ext uri="{0D108BD9-81ED-4DB2-BD59-A6C34878D82A}">
                    <a16:rowId xmlns:a16="http://schemas.microsoft.com/office/drawing/2014/main" val="627772367"/>
                  </a:ext>
                </a:extLst>
              </a:tr>
              <a:tr h="306533">
                <a:tc>
                  <a:txBody>
                    <a:bodyPr/>
                    <a:lstStyle/>
                    <a:p>
                      <a:r>
                        <a:rPr lang="es-ES" sz="1050" dirty="0">
                          <a:effectLst/>
                        </a:rPr>
                        <a:t>232</a:t>
                      </a:r>
                    </a:p>
                  </a:txBody>
                  <a:tcPr marL="141099" marR="141099" marT="70549" marB="70549" anchor="ctr"/>
                </a:tc>
                <a:tc>
                  <a:txBody>
                    <a:bodyPr/>
                    <a:lstStyle/>
                    <a:p>
                      <a:r>
                        <a:rPr lang="es-ES" sz="1050" dirty="0">
                          <a:effectLst/>
                        </a:rPr>
                        <a:t>José Sánchez</a:t>
                      </a:r>
                    </a:p>
                  </a:txBody>
                  <a:tcPr marL="141099" marR="141099" marT="70549" marB="70549" anchor="ctr"/>
                </a:tc>
                <a:tc>
                  <a:txBody>
                    <a:bodyPr/>
                    <a:lstStyle/>
                    <a:p>
                      <a:r>
                        <a:rPr lang="es-ES" sz="1050" dirty="0">
                          <a:effectLst/>
                        </a:rPr>
                        <a:t>Administrativo</a:t>
                      </a:r>
                    </a:p>
                  </a:txBody>
                  <a:tcPr marL="141099" marR="141099" marT="70549" marB="70549" anchor="ctr"/>
                </a:tc>
                <a:tc>
                  <a:txBody>
                    <a:bodyPr/>
                    <a:lstStyle/>
                    <a:p>
                      <a:r>
                        <a:rPr lang="es-ES" sz="1050" dirty="0">
                          <a:effectLst/>
                        </a:rPr>
                        <a:t>1500</a:t>
                      </a:r>
                    </a:p>
                  </a:txBody>
                  <a:tcPr marL="141099" marR="141099" marT="70549" marB="70549" anchor="ctr"/>
                </a:tc>
                <a:extLst>
                  <a:ext uri="{0D108BD9-81ED-4DB2-BD59-A6C34878D82A}">
                    <a16:rowId xmlns:a16="http://schemas.microsoft.com/office/drawing/2014/main" val="3772948077"/>
                  </a:ext>
                </a:extLst>
              </a:tr>
            </a:tbl>
          </a:graphicData>
        </a:graphic>
      </p:graphicFrame>
      <p:graphicFrame>
        <p:nvGraphicFramePr>
          <p:cNvPr id="21" name="Tabla 20">
            <a:extLst>
              <a:ext uri="{FF2B5EF4-FFF2-40B4-BE49-F238E27FC236}">
                <a16:creationId xmlns:a16="http://schemas.microsoft.com/office/drawing/2014/main" id="{B31ABCF9-CFC2-E16D-E48E-B9DB1AB3F916}"/>
              </a:ext>
            </a:extLst>
          </p:cNvPr>
          <p:cNvGraphicFramePr>
            <a:graphicFrameLocks noGrp="1"/>
          </p:cNvGraphicFramePr>
          <p:nvPr>
            <p:extLst>
              <p:ext uri="{D42A27DB-BD31-4B8C-83A1-F6EECF244321}">
                <p14:modId xmlns:p14="http://schemas.microsoft.com/office/powerpoint/2010/main" val="544156928"/>
              </p:ext>
            </p:extLst>
          </p:nvPr>
        </p:nvGraphicFramePr>
        <p:xfrm>
          <a:off x="6300192" y="1635724"/>
          <a:ext cx="2057400" cy="2766828"/>
        </p:xfrm>
        <a:graphic>
          <a:graphicData uri="http://schemas.openxmlformats.org/drawingml/2006/table">
            <a:tbl>
              <a:tblPr firstRow="1" bandRow="1">
                <a:tableStyleId>{00A15C55-8517-42AA-B614-E9B94910E393}</a:tableStyleId>
              </a:tblPr>
              <a:tblGrid>
                <a:gridCol w="699367">
                  <a:extLst>
                    <a:ext uri="{9D8B030D-6E8A-4147-A177-3AD203B41FA5}">
                      <a16:colId xmlns:a16="http://schemas.microsoft.com/office/drawing/2014/main" val="257093666"/>
                    </a:ext>
                  </a:extLst>
                </a:gridCol>
                <a:gridCol w="1358033">
                  <a:extLst>
                    <a:ext uri="{9D8B030D-6E8A-4147-A177-3AD203B41FA5}">
                      <a16:colId xmlns:a16="http://schemas.microsoft.com/office/drawing/2014/main" val="601494603"/>
                    </a:ext>
                  </a:extLst>
                </a:gridCol>
              </a:tblGrid>
              <a:tr h="324150">
                <a:tc>
                  <a:txBody>
                    <a:bodyPr/>
                    <a:lstStyle/>
                    <a:p>
                      <a:r>
                        <a:rPr lang="es-ES" sz="1400" b="1" dirty="0" err="1">
                          <a:effectLst/>
                        </a:rPr>
                        <a:t>nss</a:t>
                      </a:r>
                      <a:endParaRPr lang="es-ES" sz="1400" b="1" dirty="0">
                        <a:effectLst/>
                      </a:endParaRPr>
                    </a:p>
                  </a:txBody>
                  <a:tcPr marL="141099" marR="141099" marT="70549" marB="70549" anchor="ctr">
                    <a:solidFill>
                      <a:schemeClr val="accent2"/>
                    </a:solidFill>
                  </a:tcPr>
                </a:tc>
                <a:tc>
                  <a:txBody>
                    <a:bodyPr/>
                    <a:lstStyle/>
                    <a:p>
                      <a:r>
                        <a:rPr lang="es-ES" sz="1050" dirty="0">
                          <a:effectLst/>
                        </a:rPr>
                        <a:t>nombre</a:t>
                      </a:r>
                    </a:p>
                  </a:txBody>
                  <a:tcPr marL="141099" marR="141099" marT="70549" marB="70549" anchor="ctr">
                    <a:solidFill>
                      <a:schemeClr val="accent2"/>
                    </a:solidFill>
                  </a:tcPr>
                </a:tc>
                <a:extLst>
                  <a:ext uri="{0D108BD9-81ED-4DB2-BD59-A6C34878D82A}">
                    <a16:rowId xmlns:a16="http://schemas.microsoft.com/office/drawing/2014/main" val="2850567030"/>
                  </a:ext>
                </a:extLst>
              </a:tr>
              <a:tr h="519267">
                <a:tc>
                  <a:txBody>
                    <a:bodyPr/>
                    <a:lstStyle/>
                    <a:p>
                      <a:r>
                        <a:rPr lang="es-ES" sz="1400" dirty="0">
                          <a:effectLst/>
                        </a:rPr>
                        <a:t>111</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err="1">
                          <a:effectLst/>
                          <a:hlinkClick r:id="rId4"/>
                        </a:rPr>
                        <a:t>luisp@edu.e</a:t>
                      </a:r>
                      <a:endParaRPr lang="es-ES" sz="1400" dirty="0">
                        <a:effectLst/>
                        <a:hlinkClick r:id="rId4"/>
                      </a:endParaRPr>
                    </a:p>
                    <a:p>
                      <a:endParaRPr lang="es-ES" sz="1400" dirty="0">
                        <a:effectLst/>
                      </a:endParaRPr>
                    </a:p>
                  </a:txBody>
                  <a:tcPr marL="141099" marR="141099" marT="70549" marB="70549" anchor="ctr"/>
                </a:tc>
                <a:extLst>
                  <a:ext uri="{0D108BD9-81ED-4DB2-BD59-A6C34878D82A}">
                    <a16:rowId xmlns:a16="http://schemas.microsoft.com/office/drawing/2014/main" val="2402767218"/>
                  </a:ext>
                </a:extLst>
              </a:tr>
              <a:tr h="51926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rPr>
                        <a:t>111</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hlinkClick r:id="rId4"/>
                        </a:rPr>
                        <a:t>jefu2@edu.es</a:t>
                      </a:r>
                      <a:endParaRPr lang="es-ES" sz="1400" dirty="0">
                        <a:effectLst/>
                      </a:endParaRPr>
                    </a:p>
                    <a:p>
                      <a:endParaRPr lang="es-ES" sz="1400" dirty="0">
                        <a:effectLst/>
                      </a:endParaRPr>
                    </a:p>
                  </a:txBody>
                  <a:tcPr marL="141099" marR="141099" marT="70549" marB="70549" anchor="ctr"/>
                </a:tc>
                <a:extLst>
                  <a:ext uri="{0D108BD9-81ED-4DB2-BD59-A6C34878D82A}">
                    <a16:rowId xmlns:a16="http://schemas.microsoft.com/office/drawing/2014/main" val="3955856175"/>
                  </a:ext>
                </a:extLst>
              </a:tr>
              <a:tr h="519267">
                <a:tc>
                  <a:txBody>
                    <a:bodyPr/>
                    <a:lstStyle/>
                    <a:p>
                      <a:r>
                        <a:rPr lang="es-ES" sz="1400" dirty="0">
                          <a:effectLst/>
                        </a:rPr>
                        <a:t>150</a:t>
                      </a:r>
                    </a:p>
                  </a:txBody>
                  <a:tcPr marL="141099" marR="141099" marT="70549" marB="70549"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effectLst/>
                          <a:hlinkClick r:id="rId5"/>
                        </a:rPr>
                        <a:t>marr@edu.es</a:t>
                      </a:r>
                      <a:endParaRPr lang="es-ES" sz="1400" dirty="0">
                        <a:effectLst/>
                      </a:endParaRPr>
                    </a:p>
                    <a:p>
                      <a:endParaRPr lang="es-ES" sz="1400" dirty="0">
                        <a:effectLst/>
                      </a:endParaRPr>
                    </a:p>
                  </a:txBody>
                  <a:tcPr marL="141099" marR="141099" marT="70549" marB="70549" anchor="ctr"/>
                </a:tc>
                <a:extLst>
                  <a:ext uri="{0D108BD9-81ED-4DB2-BD59-A6C34878D82A}">
                    <a16:rowId xmlns:a16="http://schemas.microsoft.com/office/drawing/2014/main" val="1901354099"/>
                  </a:ext>
                </a:extLst>
              </a:tr>
              <a:tr h="351780">
                <a:tc>
                  <a:txBody>
                    <a:bodyPr/>
                    <a:lstStyle/>
                    <a:p>
                      <a:r>
                        <a:rPr lang="es-ES" sz="1400">
                          <a:effectLst/>
                        </a:rPr>
                        <a:t>150</a:t>
                      </a:r>
                    </a:p>
                  </a:txBody>
                  <a:tcPr marL="141099" marR="141099" marT="70549" marB="70549" anchor="ctr"/>
                </a:tc>
                <a:tc>
                  <a:txBody>
                    <a:bodyPr/>
                    <a:lstStyle/>
                    <a:p>
                      <a:r>
                        <a:rPr lang="es-ES" sz="1400" dirty="0">
                          <a:effectLst/>
                          <a:hlinkClick r:id="rId6"/>
                        </a:rPr>
                        <a:t>jeft@edu.es</a:t>
                      </a:r>
                      <a:endParaRPr lang="es-ES" sz="1400" dirty="0">
                        <a:effectLst/>
                      </a:endParaRPr>
                    </a:p>
                  </a:txBody>
                  <a:tcPr marL="141099" marR="141099" marT="70549" marB="70549" anchor="ctr"/>
                </a:tc>
                <a:extLst>
                  <a:ext uri="{0D108BD9-81ED-4DB2-BD59-A6C34878D82A}">
                    <a16:rowId xmlns:a16="http://schemas.microsoft.com/office/drawing/2014/main" val="3606721093"/>
                  </a:ext>
                </a:extLst>
              </a:tr>
              <a:tr h="351780">
                <a:tc>
                  <a:txBody>
                    <a:bodyPr/>
                    <a:lstStyle/>
                    <a:p>
                      <a:r>
                        <a:rPr lang="es-ES" sz="1400">
                          <a:effectLst/>
                        </a:rPr>
                        <a:t>232</a:t>
                      </a:r>
                    </a:p>
                  </a:txBody>
                  <a:tcPr marL="141099" marR="141099" marT="70549" marB="70549" anchor="ctr"/>
                </a:tc>
                <a:tc>
                  <a:txBody>
                    <a:bodyPr/>
                    <a:lstStyle/>
                    <a:p>
                      <a:r>
                        <a:rPr lang="es-ES" sz="1400" dirty="0">
                          <a:effectLst/>
                          <a:hlinkClick r:id="rId7"/>
                        </a:rPr>
                        <a:t>joss@edu.es</a:t>
                      </a:r>
                      <a:endParaRPr lang="es-ES" sz="1400" dirty="0">
                        <a:effectLst/>
                      </a:endParaRPr>
                    </a:p>
                  </a:txBody>
                  <a:tcPr marL="141099" marR="141099" marT="70549" marB="70549" anchor="ctr"/>
                </a:tc>
                <a:extLst>
                  <a:ext uri="{0D108BD9-81ED-4DB2-BD59-A6C34878D82A}">
                    <a16:rowId xmlns:a16="http://schemas.microsoft.com/office/drawing/2014/main" val="1488490901"/>
                  </a:ext>
                </a:extLst>
              </a:tr>
            </a:tbl>
          </a:graphicData>
        </a:graphic>
      </p:graphicFrame>
      <p:graphicFrame>
        <p:nvGraphicFramePr>
          <p:cNvPr id="22" name="Tabla 21">
            <a:extLst>
              <a:ext uri="{FF2B5EF4-FFF2-40B4-BE49-F238E27FC236}">
                <a16:creationId xmlns:a16="http://schemas.microsoft.com/office/drawing/2014/main" id="{638D5D19-FF64-CC8C-88C9-2D2DABE97C64}"/>
              </a:ext>
            </a:extLst>
          </p:cNvPr>
          <p:cNvGraphicFramePr>
            <a:graphicFrameLocks noGrp="1"/>
          </p:cNvGraphicFramePr>
          <p:nvPr>
            <p:extLst>
              <p:ext uri="{D42A27DB-BD31-4B8C-83A1-F6EECF244321}">
                <p14:modId xmlns:p14="http://schemas.microsoft.com/office/powerpoint/2010/main" val="622552074"/>
              </p:ext>
            </p:extLst>
          </p:nvPr>
        </p:nvGraphicFramePr>
        <p:xfrm>
          <a:off x="395536" y="4730591"/>
          <a:ext cx="2160240" cy="1297376"/>
        </p:xfrm>
        <a:graphic>
          <a:graphicData uri="http://schemas.openxmlformats.org/drawingml/2006/table">
            <a:tbl>
              <a:tblPr firstRow="1" bandRow="1">
                <a:tableStyleId>{00A15C55-8517-42AA-B614-E9B94910E393}</a:tableStyleId>
              </a:tblPr>
              <a:tblGrid>
                <a:gridCol w="1449851">
                  <a:extLst>
                    <a:ext uri="{9D8B030D-6E8A-4147-A177-3AD203B41FA5}">
                      <a16:colId xmlns:a16="http://schemas.microsoft.com/office/drawing/2014/main" val="2440058481"/>
                    </a:ext>
                  </a:extLst>
                </a:gridCol>
                <a:gridCol w="710389">
                  <a:extLst>
                    <a:ext uri="{9D8B030D-6E8A-4147-A177-3AD203B41FA5}">
                      <a16:colId xmlns:a16="http://schemas.microsoft.com/office/drawing/2014/main" val="2504013091"/>
                    </a:ext>
                  </a:extLst>
                </a:gridCol>
              </a:tblGrid>
              <a:tr h="224460">
                <a:tc>
                  <a:txBody>
                    <a:bodyPr/>
                    <a:lstStyle/>
                    <a:p>
                      <a:r>
                        <a:rPr lang="es-ES" sz="1050" dirty="0">
                          <a:effectLst/>
                        </a:rPr>
                        <a:t>puesto</a:t>
                      </a:r>
                    </a:p>
                  </a:txBody>
                  <a:tcPr marL="141099" marR="141099" marT="70549" marB="70549" anchor="ctr">
                    <a:solidFill>
                      <a:schemeClr val="accent2"/>
                    </a:solidFill>
                  </a:tcPr>
                </a:tc>
                <a:tc>
                  <a:txBody>
                    <a:bodyPr/>
                    <a:lstStyle/>
                    <a:p>
                      <a:r>
                        <a:rPr lang="es-ES" sz="1050" dirty="0">
                          <a:effectLst/>
                        </a:rPr>
                        <a:t>salario</a:t>
                      </a:r>
                    </a:p>
                  </a:txBody>
                  <a:tcPr marL="141099" marR="141099" marT="70549" marB="70549" anchor="ctr"/>
                </a:tc>
                <a:extLst>
                  <a:ext uri="{0D108BD9-81ED-4DB2-BD59-A6C34878D82A}">
                    <a16:rowId xmlns:a16="http://schemas.microsoft.com/office/drawing/2014/main" val="1455611796"/>
                  </a:ext>
                </a:extLst>
              </a:tr>
              <a:tr h="332086">
                <a:tc>
                  <a:txBody>
                    <a:bodyPr/>
                    <a:lstStyle/>
                    <a:p>
                      <a:r>
                        <a:rPr lang="es-ES" sz="1050" dirty="0">
                          <a:effectLst/>
                        </a:rPr>
                        <a:t>Jefe de Unidad</a:t>
                      </a:r>
                    </a:p>
                  </a:txBody>
                  <a:tcPr marL="141099" marR="141099" marT="70549" marB="70549" anchor="ctr"/>
                </a:tc>
                <a:tc>
                  <a:txBody>
                    <a:bodyPr/>
                    <a:lstStyle/>
                    <a:p>
                      <a:r>
                        <a:rPr lang="es-ES" sz="1050" dirty="0">
                          <a:effectLst/>
                        </a:rPr>
                        <a:t>3000</a:t>
                      </a:r>
                    </a:p>
                  </a:txBody>
                  <a:tcPr marL="141099" marR="141099" marT="70549" marB="70549" anchor="ctr"/>
                </a:tc>
                <a:extLst>
                  <a:ext uri="{0D108BD9-81ED-4DB2-BD59-A6C34878D82A}">
                    <a16:rowId xmlns:a16="http://schemas.microsoft.com/office/drawing/2014/main" val="374960838"/>
                  </a:ext>
                </a:extLst>
              </a:tr>
              <a:tr h="332086">
                <a:tc>
                  <a:txBody>
                    <a:bodyPr/>
                    <a:lstStyle/>
                    <a:p>
                      <a:r>
                        <a:rPr lang="es-ES" sz="1050">
                          <a:effectLst/>
                        </a:rPr>
                        <a:t>Jefa Técnica</a:t>
                      </a:r>
                    </a:p>
                  </a:txBody>
                  <a:tcPr marL="141099" marR="141099" marT="70549" marB="70549" anchor="ctr"/>
                </a:tc>
                <a:tc>
                  <a:txBody>
                    <a:bodyPr/>
                    <a:lstStyle/>
                    <a:p>
                      <a:r>
                        <a:rPr lang="es-ES" sz="1050" dirty="0">
                          <a:effectLst/>
                        </a:rPr>
                        <a:t>2200</a:t>
                      </a:r>
                    </a:p>
                  </a:txBody>
                  <a:tcPr marL="141099" marR="141099" marT="70549" marB="70549" anchor="ctr"/>
                </a:tc>
                <a:extLst>
                  <a:ext uri="{0D108BD9-81ED-4DB2-BD59-A6C34878D82A}">
                    <a16:rowId xmlns:a16="http://schemas.microsoft.com/office/drawing/2014/main" val="2013289670"/>
                  </a:ext>
                </a:extLst>
              </a:tr>
              <a:tr h="332086">
                <a:tc>
                  <a:txBody>
                    <a:bodyPr/>
                    <a:lstStyle/>
                    <a:p>
                      <a:r>
                        <a:rPr lang="es-ES" sz="1050" dirty="0">
                          <a:effectLst/>
                        </a:rPr>
                        <a:t>Administrativo</a:t>
                      </a:r>
                    </a:p>
                  </a:txBody>
                  <a:tcPr marL="141099" marR="141099" marT="70549" marB="70549" anchor="ctr"/>
                </a:tc>
                <a:tc>
                  <a:txBody>
                    <a:bodyPr/>
                    <a:lstStyle/>
                    <a:p>
                      <a:r>
                        <a:rPr lang="es-ES" sz="1050" dirty="0">
                          <a:effectLst/>
                        </a:rPr>
                        <a:t>1500</a:t>
                      </a:r>
                    </a:p>
                  </a:txBody>
                  <a:tcPr marL="141099" marR="141099" marT="70549" marB="70549" anchor="ctr"/>
                </a:tc>
                <a:extLst>
                  <a:ext uri="{0D108BD9-81ED-4DB2-BD59-A6C34878D82A}">
                    <a16:rowId xmlns:a16="http://schemas.microsoft.com/office/drawing/2014/main" val="2047776558"/>
                  </a:ext>
                </a:extLst>
              </a:tr>
            </a:tbl>
          </a:graphicData>
        </a:graphic>
      </p:graphicFrame>
      <p:graphicFrame>
        <p:nvGraphicFramePr>
          <p:cNvPr id="23" name="Tabla 22">
            <a:extLst>
              <a:ext uri="{FF2B5EF4-FFF2-40B4-BE49-F238E27FC236}">
                <a16:creationId xmlns:a16="http://schemas.microsoft.com/office/drawing/2014/main" id="{82F9162C-A0BE-3004-7F70-591DC93C9314}"/>
              </a:ext>
            </a:extLst>
          </p:cNvPr>
          <p:cNvGraphicFramePr>
            <a:graphicFrameLocks noGrp="1"/>
          </p:cNvGraphicFramePr>
          <p:nvPr>
            <p:extLst>
              <p:ext uri="{D42A27DB-BD31-4B8C-83A1-F6EECF244321}">
                <p14:modId xmlns:p14="http://schemas.microsoft.com/office/powerpoint/2010/main" val="27802203"/>
              </p:ext>
            </p:extLst>
          </p:nvPr>
        </p:nvGraphicFramePr>
        <p:xfrm>
          <a:off x="3667700" y="4721558"/>
          <a:ext cx="2917450" cy="1359938"/>
        </p:xfrm>
        <a:graphic>
          <a:graphicData uri="http://schemas.openxmlformats.org/drawingml/2006/table">
            <a:tbl>
              <a:tblPr firstRow="1" bandRow="1">
                <a:tableStyleId>{00A15C55-8517-42AA-B614-E9B94910E393}</a:tableStyleId>
              </a:tblPr>
              <a:tblGrid>
                <a:gridCol w="548058">
                  <a:extLst>
                    <a:ext uri="{9D8B030D-6E8A-4147-A177-3AD203B41FA5}">
                      <a16:colId xmlns:a16="http://schemas.microsoft.com/office/drawing/2014/main" val="2181951654"/>
                    </a:ext>
                  </a:extLst>
                </a:gridCol>
                <a:gridCol w="1064223">
                  <a:extLst>
                    <a:ext uri="{9D8B030D-6E8A-4147-A177-3AD203B41FA5}">
                      <a16:colId xmlns:a16="http://schemas.microsoft.com/office/drawing/2014/main" val="3098724278"/>
                    </a:ext>
                  </a:extLst>
                </a:gridCol>
                <a:gridCol w="1305169">
                  <a:extLst>
                    <a:ext uri="{9D8B030D-6E8A-4147-A177-3AD203B41FA5}">
                      <a16:colId xmlns:a16="http://schemas.microsoft.com/office/drawing/2014/main" val="897784538"/>
                    </a:ext>
                  </a:extLst>
                </a:gridCol>
              </a:tblGrid>
              <a:tr h="238555">
                <a:tc>
                  <a:txBody>
                    <a:bodyPr/>
                    <a:lstStyle/>
                    <a:p>
                      <a:r>
                        <a:rPr lang="es-ES" sz="1050" b="1" dirty="0" err="1">
                          <a:effectLst/>
                        </a:rPr>
                        <a:t>nss</a:t>
                      </a:r>
                      <a:endParaRPr lang="es-ES" sz="1050" b="1" dirty="0">
                        <a:effectLst/>
                      </a:endParaRPr>
                    </a:p>
                  </a:txBody>
                  <a:tcPr marL="141099" marR="141099" marT="70549" marB="70549" anchor="ctr">
                    <a:solidFill>
                      <a:schemeClr val="accent2"/>
                    </a:solidFill>
                  </a:tcPr>
                </a:tc>
                <a:tc>
                  <a:txBody>
                    <a:bodyPr/>
                    <a:lstStyle/>
                    <a:p>
                      <a:r>
                        <a:rPr lang="es-ES" sz="1050" dirty="0">
                          <a:effectLst/>
                        </a:rPr>
                        <a:t>nombre</a:t>
                      </a:r>
                    </a:p>
                  </a:txBody>
                  <a:tcPr marL="141099" marR="141099" marT="70549" marB="70549" anchor="ctr"/>
                </a:tc>
                <a:tc>
                  <a:txBody>
                    <a:bodyPr/>
                    <a:lstStyle/>
                    <a:p>
                      <a:r>
                        <a:rPr lang="es-ES" sz="1050" dirty="0">
                          <a:effectLst/>
                        </a:rPr>
                        <a:t>puesto</a:t>
                      </a:r>
                    </a:p>
                  </a:txBody>
                  <a:tcPr marL="141099" marR="141099" marT="70549" marB="70549" anchor="ctr"/>
                </a:tc>
                <a:extLst>
                  <a:ext uri="{0D108BD9-81ED-4DB2-BD59-A6C34878D82A}">
                    <a16:rowId xmlns:a16="http://schemas.microsoft.com/office/drawing/2014/main" val="376035327"/>
                  </a:ext>
                </a:extLst>
              </a:tr>
              <a:tr h="352940">
                <a:tc>
                  <a:txBody>
                    <a:bodyPr/>
                    <a:lstStyle/>
                    <a:p>
                      <a:r>
                        <a:rPr lang="es-ES" sz="1050" dirty="0">
                          <a:effectLst/>
                        </a:rPr>
                        <a:t>111</a:t>
                      </a:r>
                    </a:p>
                  </a:txBody>
                  <a:tcPr marL="141099" marR="141099" marT="70549" marB="70549" anchor="ctr"/>
                </a:tc>
                <a:tc>
                  <a:txBody>
                    <a:bodyPr/>
                    <a:lstStyle/>
                    <a:p>
                      <a:r>
                        <a:rPr lang="es-ES" sz="1050" dirty="0">
                          <a:effectLst/>
                        </a:rPr>
                        <a:t>Luis Pérez</a:t>
                      </a:r>
                    </a:p>
                  </a:txBody>
                  <a:tcPr marL="141099" marR="141099" marT="70549" marB="70549" anchor="ctr"/>
                </a:tc>
                <a:tc>
                  <a:txBody>
                    <a:bodyPr/>
                    <a:lstStyle/>
                    <a:p>
                      <a:r>
                        <a:rPr lang="es-ES" sz="1050" dirty="0">
                          <a:effectLst/>
                        </a:rPr>
                        <a:t>Jefe de Unidad</a:t>
                      </a:r>
                    </a:p>
                  </a:txBody>
                  <a:tcPr marL="141099" marR="141099" marT="70549" marB="70549" anchor="ctr"/>
                </a:tc>
                <a:extLst>
                  <a:ext uri="{0D108BD9-81ED-4DB2-BD59-A6C34878D82A}">
                    <a16:rowId xmlns:a16="http://schemas.microsoft.com/office/drawing/2014/main" val="683341157"/>
                  </a:ext>
                </a:extLst>
              </a:tr>
              <a:tr h="352940">
                <a:tc>
                  <a:txBody>
                    <a:bodyPr/>
                    <a:lstStyle/>
                    <a:p>
                      <a:r>
                        <a:rPr lang="es-ES" sz="1050" dirty="0">
                          <a:effectLst/>
                        </a:rPr>
                        <a:t>150</a:t>
                      </a:r>
                    </a:p>
                  </a:txBody>
                  <a:tcPr marL="141099" marR="141099" marT="70549" marB="70549" anchor="ctr"/>
                </a:tc>
                <a:tc>
                  <a:txBody>
                    <a:bodyPr/>
                    <a:lstStyle/>
                    <a:p>
                      <a:r>
                        <a:rPr lang="es-ES" sz="1050">
                          <a:effectLst/>
                        </a:rPr>
                        <a:t>María Ruiz</a:t>
                      </a:r>
                    </a:p>
                  </a:txBody>
                  <a:tcPr marL="141099" marR="141099" marT="70549" marB="70549" anchor="ctr"/>
                </a:tc>
                <a:tc>
                  <a:txBody>
                    <a:bodyPr/>
                    <a:lstStyle/>
                    <a:p>
                      <a:r>
                        <a:rPr lang="es-ES" sz="1050" dirty="0">
                          <a:effectLst/>
                        </a:rPr>
                        <a:t>Jefa Técnica</a:t>
                      </a:r>
                    </a:p>
                  </a:txBody>
                  <a:tcPr marL="141099" marR="141099" marT="70549" marB="70549" anchor="ctr"/>
                </a:tc>
                <a:extLst>
                  <a:ext uri="{0D108BD9-81ED-4DB2-BD59-A6C34878D82A}">
                    <a16:rowId xmlns:a16="http://schemas.microsoft.com/office/drawing/2014/main" val="2199734830"/>
                  </a:ext>
                </a:extLst>
              </a:tr>
              <a:tr h="352940">
                <a:tc>
                  <a:txBody>
                    <a:bodyPr/>
                    <a:lstStyle/>
                    <a:p>
                      <a:r>
                        <a:rPr lang="es-ES" sz="1050" dirty="0">
                          <a:effectLst/>
                        </a:rPr>
                        <a:t>232</a:t>
                      </a:r>
                    </a:p>
                  </a:txBody>
                  <a:tcPr marL="141099" marR="141099" marT="70549" marB="70549" anchor="ctr"/>
                </a:tc>
                <a:tc>
                  <a:txBody>
                    <a:bodyPr/>
                    <a:lstStyle/>
                    <a:p>
                      <a:r>
                        <a:rPr lang="es-ES" sz="1050" dirty="0">
                          <a:effectLst/>
                        </a:rPr>
                        <a:t>José Sánchez</a:t>
                      </a:r>
                    </a:p>
                  </a:txBody>
                  <a:tcPr marL="141099" marR="141099" marT="70549" marB="70549" anchor="ctr"/>
                </a:tc>
                <a:tc>
                  <a:txBody>
                    <a:bodyPr/>
                    <a:lstStyle/>
                    <a:p>
                      <a:r>
                        <a:rPr lang="es-ES" sz="1050" dirty="0">
                          <a:effectLst/>
                        </a:rPr>
                        <a:t>Administrativo</a:t>
                      </a:r>
                    </a:p>
                  </a:txBody>
                  <a:tcPr marL="141099" marR="141099" marT="70549" marB="70549" anchor="ctr"/>
                </a:tc>
                <a:extLst>
                  <a:ext uri="{0D108BD9-81ED-4DB2-BD59-A6C34878D82A}">
                    <a16:rowId xmlns:a16="http://schemas.microsoft.com/office/drawing/2014/main" val="1340479351"/>
                  </a:ext>
                </a:extLst>
              </a:tr>
            </a:tbl>
          </a:graphicData>
        </a:graphic>
      </p:graphicFrame>
      <p:pic>
        <p:nvPicPr>
          <p:cNvPr id="24" name="Gráfico 23" descr="División en la carretera con relleno sólido">
            <a:extLst>
              <a:ext uri="{FF2B5EF4-FFF2-40B4-BE49-F238E27FC236}">
                <a16:creationId xmlns:a16="http://schemas.microsoft.com/office/drawing/2014/main" id="{51AD676F-896C-09A6-C2DA-59F4D59080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2642044" y="4481794"/>
            <a:ext cx="914400" cy="914400"/>
          </a:xfrm>
          <a:prstGeom prst="rect">
            <a:avLst/>
          </a:prstGeom>
          <a:effectLst>
            <a:glow rad="63500">
              <a:schemeClr val="accent2">
                <a:satMod val="175000"/>
                <a:alpha val="40000"/>
              </a:schemeClr>
            </a:glow>
            <a:outerShdw blurRad="50800" dist="38100" dir="5400000" algn="t" rotWithShape="0">
              <a:prstClr val="black">
                <a:alpha val="40000"/>
              </a:prstClr>
            </a:outerShdw>
          </a:effectLst>
        </p:spPr>
      </p:pic>
      <p:sp>
        <p:nvSpPr>
          <p:cNvPr id="25" name="CuadroTexto 24">
            <a:extLst>
              <a:ext uri="{FF2B5EF4-FFF2-40B4-BE49-F238E27FC236}">
                <a16:creationId xmlns:a16="http://schemas.microsoft.com/office/drawing/2014/main" id="{0151ABDE-3021-523F-115C-3A912C4EB6F0}"/>
              </a:ext>
            </a:extLst>
          </p:cNvPr>
          <p:cNvSpPr txBox="1"/>
          <p:nvPr/>
        </p:nvSpPr>
        <p:spPr>
          <a:xfrm>
            <a:off x="411535" y="6164398"/>
            <a:ext cx="1698819" cy="246221"/>
          </a:xfrm>
          <a:prstGeom prst="rect">
            <a:avLst/>
          </a:prstGeom>
          <a:noFill/>
          <a:effectLst>
            <a:outerShdw blurRad="50800" dist="38100" dir="5400000" algn="t" rotWithShape="0">
              <a:prstClr val="black">
                <a:alpha val="40000"/>
              </a:prstClr>
            </a:outerShdw>
          </a:effectLst>
        </p:spPr>
        <p:txBody>
          <a:bodyPr wrap="square">
            <a:spAutoFit/>
          </a:bodyPr>
          <a:lstStyle/>
          <a:p>
            <a:r>
              <a:rPr lang="es-ES" sz="1000" dirty="0">
                <a:ln w="0"/>
              </a:rPr>
              <a:t>PUESTOS(</a:t>
            </a:r>
            <a:r>
              <a:rPr lang="es-ES" sz="1000" u="sng" dirty="0">
                <a:ln w="0"/>
              </a:rPr>
              <a:t>puesto</a:t>
            </a:r>
            <a:r>
              <a:rPr lang="es-ES" sz="1000" dirty="0">
                <a:ln w="0"/>
              </a:rPr>
              <a:t>, salario)</a:t>
            </a:r>
          </a:p>
        </p:txBody>
      </p:sp>
      <p:sp>
        <p:nvSpPr>
          <p:cNvPr id="26" name="CuadroTexto 25">
            <a:extLst>
              <a:ext uri="{FF2B5EF4-FFF2-40B4-BE49-F238E27FC236}">
                <a16:creationId xmlns:a16="http://schemas.microsoft.com/office/drawing/2014/main" id="{83882BD8-A4FD-77A1-7551-84E640804E46}"/>
              </a:ext>
            </a:extLst>
          </p:cNvPr>
          <p:cNvSpPr txBox="1"/>
          <p:nvPr/>
        </p:nvSpPr>
        <p:spPr>
          <a:xfrm>
            <a:off x="3707904" y="6237312"/>
            <a:ext cx="2309392" cy="246221"/>
          </a:xfrm>
          <a:prstGeom prst="rect">
            <a:avLst/>
          </a:prstGeom>
          <a:noFill/>
          <a:effectLst>
            <a:outerShdw blurRad="50800" dist="38100" dir="5400000" algn="t" rotWithShape="0">
              <a:prstClr val="black">
                <a:alpha val="40000"/>
              </a:prstClr>
            </a:outerShdw>
          </a:effectLst>
        </p:spPr>
        <p:txBody>
          <a:bodyPr wrap="square">
            <a:spAutoFit/>
          </a:bodyPr>
          <a:lstStyle/>
          <a:p>
            <a:r>
              <a:rPr lang="es-ES" sz="1000" dirty="0"/>
              <a:t>EMPLEADOS(</a:t>
            </a:r>
            <a:r>
              <a:rPr lang="es-ES" sz="1000" u="sng" dirty="0" err="1"/>
              <a:t>nss</a:t>
            </a:r>
            <a:r>
              <a:rPr lang="es-ES" sz="1000" dirty="0"/>
              <a:t>, nombre, puesto)</a:t>
            </a:r>
          </a:p>
        </p:txBody>
      </p:sp>
    </p:spTree>
    <p:extLst>
      <p:ext uri="{BB962C8B-B14F-4D97-AF65-F5344CB8AC3E}">
        <p14:creationId xmlns:p14="http://schemas.microsoft.com/office/powerpoint/2010/main" val="16964426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D3E447-C06A-42CE-BB6E-F2E0F0D35C47}"/>
              </a:ext>
            </a:extLst>
          </p:cNvPr>
          <p:cNvSpPr>
            <a:spLocks noGrp="1"/>
          </p:cNvSpPr>
          <p:nvPr>
            <p:ph type="title"/>
          </p:nvPr>
        </p:nvSpPr>
        <p:spPr>
          <a:xfrm>
            <a:off x="628650" y="365126"/>
            <a:ext cx="7886700" cy="975641"/>
          </a:xfrm>
        </p:spPr>
        <p:txBody>
          <a:bodyPr anchor="b">
            <a:normAutofit/>
          </a:bodyPr>
          <a:lstStyle/>
          <a:p>
            <a:r>
              <a:rPr lang="es-ES" dirty="0"/>
              <a:t>OTRO EJEMPLO</a:t>
            </a:r>
            <a:br>
              <a:rPr lang="es-ES" dirty="0"/>
            </a:br>
            <a:r>
              <a:rPr lang="es-ES" sz="2200" dirty="0"/>
              <a:t>Clave principal: </a:t>
            </a:r>
            <a:r>
              <a:rPr lang="es-ES" sz="2200" dirty="0" err="1"/>
              <a:t>Codigo</a:t>
            </a:r>
            <a:r>
              <a:rPr lang="es-ES" sz="2200" dirty="0"/>
              <a:t> de proyecto</a:t>
            </a:r>
          </a:p>
        </p:txBody>
      </p:sp>
      <p:sp>
        <p:nvSpPr>
          <p:cNvPr id="4" name="Marcador de número de diapositiva 3">
            <a:extLst>
              <a:ext uri="{FF2B5EF4-FFF2-40B4-BE49-F238E27FC236}">
                <a16:creationId xmlns:a16="http://schemas.microsoft.com/office/drawing/2014/main" id="{15A8E507-918D-4B01-B0BA-A7BAFCA252F1}"/>
              </a:ext>
            </a:extLst>
          </p:cNvPr>
          <p:cNvSpPr>
            <a:spLocks noGrp="1"/>
          </p:cNvSpPr>
          <p:nvPr>
            <p:ph type="sldNum" sz="quarter" idx="12"/>
          </p:nvPr>
        </p:nvSpPr>
        <p:spPr/>
        <p:txBody>
          <a:bodyPr anchor="ctr">
            <a:normAutofit/>
          </a:bodyPr>
          <a:lstStyle/>
          <a:p>
            <a:pPr>
              <a:spcAft>
                <a:spcPts val="600"/>
              </a:spcAft>
              <a:defRPr/>
            </a:pPr>
            <a:fld id="{D59A6A4B-46E3-43DE-99F2-D9A5AD28FA7D}" type="slidenum">
              <a:rPr lang="es-ES" altLang="es-ES" smtClean="0"/>
              <a:pPr>
                <a:spcAft>
                  <a:spcPts val="600"/>
                </a:spcAft>
                <a:defRPr/>
              </a:pPr>
              <a:t>8</a:t>
            </a:fld>
            <a:endParaRPr lang="es-ES" altLang="es-ES"/>
          </a:p>
        </p:txBody>
      </p:sp>
      <p:graphicFrame>
        <p:nvGraphicFramePr>
          <p:cNvPr id="5" name="Tabla 4">
            <a:extLst>
              <a:ext uri="{FF2B5EF4-FFF2-40B4-BE49-F238E27FC236}">
                <a16:creationId xmlns:a16="http://schemas.microsoft.com/office/drawing/2014/main" id="{7D25C62C-6BAB-46D2-8B52-B6998CC6A884}"/>
              </a:ext>
            </a:extLst>
          </p:cNvPr>
          <p:cNvGraphicFramePr>
            <a:graphicFrameLocks noGrp="1"/>
          </p:cNvGraphicFramePr>
          <p:nvPr>
            <p:extLst>
              <p:ext uri="{D42A27DB-BD31-4B8C-83A1-F6EECF244321}">
                <p14:modId xmlns:p14="http://schemas.microsoft.com/office/powerpoint/2010/main" val="164125454"/>
              </p:ext>
            </p:extLst>
          </p:nvPr>
        </p:nvGraphicFramePr>
        <p:xfrm>
          <a:off x="755576" y="1684048"/>
          <a:ext cx="7759777" cy="4659682"/>
        </p:xfrm>
        <a:graphic>
          <a:graphicData uri="http://schemas.openxmlformats.org/drawingml/2006/table">
            <a:tbl>
              <a:tblPr/>
              <a:tblGrid>
                <a:gridCol w="850011">
                  <a:extLst>
                    <a:ext uri="{9D8B030D-6E8A-4147-A177-3AD203B41FA5}">
                      <a16:colId xmlns:a16="http://schemas.microsoft.com/office/drawing/2014/main" val="2376253591"/>
                    </a:ext>
                  </a:extLst>
                </a:gridCol>
                <a:gridCol w="850011">
                  <a:extLst>
                    <a:ext uri="{9D8B030D-6E8A-4147-A177-3AD203B41FA5}">
                      <a16:colId xmlns:a16="http://schemas.microsoft.com/office/drawing/2014/main" val="4040338016"/>
                    </a:ext>
                  </a:extLst>
                </a:gridCol>
                <a:gridCol w="850011">
                  <a:extLst>
                    <a:ext uri="{9D8B030D-6E8A-4147-A177-3AD203B41FA5}">
                      <a16:colId xmlns:a16="http://schemas.microsoft.com/office/drawing/2014/main" val="546164987"/>
                    </a:ext>
                  </a:extLst>
                </a:gridCol>
                <a:gridCol w="850011">
                  <a:extLst>
                    <a:ext uri="{9D8B030D-6E8A-4147-A177-3AD203B41FA5}">
                      <a16:colId xmlns:a16="http://schemas.microsoft.com/office/drawing/2014/main" val="869815682"/>
                    </a:ext>
                  </a:extLst>
                </a:gridCol>
                <a:gridCol w="850011">
                  <a:extLst>
                    <a:ext uri="{9D8B030D-6E8A-4147-A177-3AD203B41FA5}">
                      <a16:colId xmlns:a16="http://schemas.microsoft.com/office/drawing/2014/main" val="1022411652"/>
                    </a:ext>
                  </a:extLst>
                </a:gridCol>
                <a:gridCol w="850011">
                  <a:extLst>
                    <a:ext uri="{9D8B030D-6E8A-4147-A177-3AD203B41FA5}">
                      <a16:colId xmlns:a16="http://schemas.microsoft.com/office/drawing/2014/main" val="2034548574"/>
                    </a:ext>
                  </a:extLst>
                </a:gridCol>
                <a:gridCol w="850011">
                  <a:extLst>
                    <a:ext uri="{9D8B030D-6E8A-4147-A177-3AD203B41FA5}">
                      <a16:colId xmlns:a16="http://schemas.microsoft.com/office/drawing/2014/main" val="2533977608"/>
                    </a:ext>
                  </a:extLst>
                </a:gridCol>
                <a:gridCol w="959689">
                  <a:extLst>
                    <a:ext uri="{9D8B030D-6E8A-4147-A177-3AD203B41FA5}">
                      <a16:colId xmlns:a16="http://schemas.microsoft.com/office/drawing/2014/main" val="1135040176"/>
                    </a:ext>
                  </a:extLst>
                </a:gridCol>
                <a:gridCol w="850011">
                  <a:extLst>
                    <a:ext uri="{9D8B030D-6E8A-4147-A177-3AD203B41FA5}">
                      <a16:colId xmlns:a16="http://schemas.microsoft.com/office/drawing/2014/main" val="3568938490"/>
                    </a:ext>
                  </a:extLst>
                </a:gridCol>
              </a:tblGrid>
              <a:tr h="385102">
                <a:tc>
                  <a:txBody>
                    <a:bodyPr/>
                    <a:lstStyle/>
                    <a:p>
                      <a:pPr algn="l" fontAlgn="b"/>
                      <a:r>
                        <a:rPr lang="es-ES" sz="1200" b="1" i="0" u="sng" strike="noStrike" dirty="0" err="1">
                          <a:solidFill>
                            <a:srgbClr val="000000"/>
                          </a:solidFill>
                          <a:effectLst/>
                          <a:latin typeface="Calibri" panose="020F0502020204030204" pitchFamily="34" charset="0"/>
                        </a:rPr>
                        <a:t>Codigo</a:t>
                      </a:r>
                      <a:r>
                        <a:rPr lang="es-ES" sz="1200" b="1" i="0" u="sng" strike="noStrike" dirty="0">
                          <a:solidFill>
                            <a:srgbClr val="000000"/>
                          </a:solidFill>
                          <a:effectLst/>
                          <a:latin typeface="Calibri" panose="020F0502020204030204" pitchFamily="34" charset="0"/>
                        </a:rPr>
                        <a:t> de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fontAlgn="b"/>
                      <a:r>
                        <a:rPr lang="es-ES" sz="1200" b="1" i="0" u="none" strike="noStrike" dirty="0">
                          <a:solidFill>
                            <a:srgbClr val="000000"/>
                          </a:solidFill>
                          <a:effectLst/>
                          <a:latin typeface="Calibri" panose="020F0502020204030204" pitchFamily="34" charset="0"/>
                        </a:rPr>
                        <a:t>Titulo del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Gerente del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Presupuesto del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Numero de empleado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Nombre de empleado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Departamento No.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Nombre del departamento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Tarifa por hora</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934312317"/>
                  </a:ext>
                </a:extLst>
              </a:tr>
              <a:tr h="362449">
                <a:tc>
                  <a:txBody>
                    <a:bodyPr/>
                    <a:lstStyle/>
                    <a:p>
                      <a:pPr algn="l" fontAlgn="b"/>
                      <a:r>
                        <a:rPr lang="es-ES" sz="1200" b="0" i="0" u="none" strike="noStrike">
                          <a:solidFill>
                            <a:srgbClr val="000000"/>
                          </a:solidFill>
                          <a:effectLst/>
                          <a:latin typeface="Calibri" panose="020F0502020204030204" pitchFamily="34" charset="0"/>
                        </a:rPr>
                        <a:t>PC010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pensiones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M Philips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24500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S1001</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Un herrero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a:solidFill>
                            <a:srgbClr val="000000"/>
                          </a:solidFill>
                          <a:effectLst/>
                          <a:latin typeface="Calibri" panose="020F0502020204030204" pitchFamily="34" charset="0"/>
                        </a:rPr>
                        <a:t>22</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3385284"/>
                  </a:ext>
                </a:extLst>
              </a:tr>
              <a:tr h="362449">
                <a:tc>
                  <a:txBody>
                    <a:bodyPr/>
                    <a:lstStyle/>
                    <a:p>
                      <a:pPr algn="l" fontAlgn="b"/>
                      <a:r>
                        <a:rPr lang="es-ES" sz="1200" b="0" i="0" u="none" strike="noStrike">
                          <a:solidFill>
                            <a:srgbClr val="000000"/>
                          </a:solidFill>
                          <a:effectLst/>
                          <a:latin typeface="Calibri" panose="020F0502020204030204" pitchFamily="34" charset="0"/>
                        </a:rPr>
                        <a:t>PC010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pensiones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M Philips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24501</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S10030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L Jones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L023</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Pensiones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dirty="0">
                          <a:solidFill>
                            <a:srgbClr val="000000"/>
                          </a:solidFill>
                          <a:effectLst/>
                          <a:latin typeface="Calibri" panose="020F0502020204030204" pitchFamily="34" charset="0"/>
                        </a:rPr>
                        <a:t>18,5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188787"/>
                  </a:ext>
                </a:extLst>
              </a:tr>
              <a:tr h="362449">
                <a:tc>
                  <a:txBody>
                    <a:bodyPr/>
                    <a:lstStyle/>
                    <a:p>
                      <a:pPr algn="l" fontAlgn="b"/>
                      <a:r>
                        <a:rPr lang="es-ES" sz="1200" b="0" i="0" u="none" strike="noStrike">
                          <a:solidFill>
                            <a:srgbClr val="000000"/>
                          </a:solidFill>
                          <a:effectLst/>
                          <a:latin typeface="Calibri" panose="020F0502020204030204" pitchFamily="34" charset="0"/>
                        </a:rPr>
                        <a:t>PC010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dirty="0">
                          <a:solidFill>
                            <a:srgbClr val="000000"/>
                          </a:solidFill>
                          <a:effectLst/>
                          <a:latin typeface="Calibri" panose="020F0502020204030204" pitchFamily="34" charset="0"/>
                        </a:rPr>
                        <a:t>Sistema de pensiones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M Philips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24502</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S21010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P Lewis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dirty="0">
                          <a:solidFill>
                            <a:srgbClr val="000000"/>
                          </a:solidFill>
                          <a:effectLst/>
                          <a:latin typeface="Calibri" panose="020F0502020204030204" pitchFamily="34" charset="0"/>
                        </a:rPr>
                        <a:t>21</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4734576"/>
                  </a:ext>
                </a:extLst>
              </a:tr>
              <a:tr h="362449">
                <a:tc>
                  <a:txBody>
                    <a:bodyPr/>
                    <a:lstStyle/>
                    <a:p>
                      <a:pPr algn="l" fontAlgn="b"/>
                      <a:r>
                        <a:rPr lang="es-ES" sz="1200" b="0" i="0" u="none" strike="noStrike">
                          <a:solidFill>
                            <a:srgbClr val="000000"/>
                          </a:solidFill>
                          <a:effectLst/>
                          <a:latin typeface="Calibri" panose="020F0502020204030204" pitchFamily="34" charset="0"/>
                        </a:rPr>
                        <a:t>PC045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dirty="0">
                          <a:solidFill>
                            <a:srgbClr val="000000"/>
                          </a:solidFill>
                          <a:effectLst/>
                          <a:latin typeface="Calibri" panose="020F0502020204030204" pitchFamily="34" charset="0"/>
                        </a:rPr>
                        <a:t>Sistema de sueldos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H Martin</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17400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S10010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B Jones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dirty="0">
                          <a:solidFill>
                            <a:srgbClr val="000000"/>
                          </a:solidFill>
                          <a:effectLst/>
                          <a:latin typeface="Calibri" panose="020F0502020204030204" pitchFamily="34" charset="0"/>
                        </a:rPr>
                        <a:t>21,75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8747030"/>
                  </a:ext>
                </a:extLst>
              </a:tr>
              <a:tr h="362449">
                <a:tc>
                  <a:txBody>
                    <a:bodyPr/>
                    <a:lstStyle/>
                    <a:p>
                      <a:pPr algn="l" fontAlgn="b"/>
                      <a:r>
                        <a:rPr lang="es-ES" sz="1200" b="0" i="0" u="none" strike="noStrike">
                          <a:solidFill>
                            <a:srgbClr val="000000"/>
                          </a:solidFill>
                          <a:effectLst/>
                          <a:latin typeface="Calibri" panose="020F0502020204030204" pitchFamily="34" charset="0"/>
                        </a:rPr>
                        <a:t>PC045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sueldos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H Martin</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17400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S10001</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Un herrero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a:solidFill>
                            <a:srgbClr val="000000"/>
                          </a:solidFill>
                          <a:effectLst/>
                          <a:latin typeface="Calibri" panose="020F0502020204030204" pitchFamily="34" charset="0"/>
                        </a:rPr>
                        <a:t>18</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7754458"/>
                  </a:ext>
                </a:extLst>
              </a:tr>
              <a:tr h="362449">
                <a:tc>
                  <a:txBody>
                    <a:bodyPr/>
                    <a:lstStyle/>
                    <a:p>
                      <a:pPr algn="l" fontAlgn="b"/>
                      <a:r>
                        <a:rPr lang="es-ES" sz="1200" b="0" i="0" u="none" strike="noStrike">
                          <a:solidFill>
                            <a:srgbClr val="000000"/>
                          </a:solidFill>
                          <a:effectLst/>
                          <a:latin typeface="Calibri" panose="020F0502020204030204" pitchFamily="34" charset="0"/>
                        </a:rPr>
                        <a:t>PC045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sueldos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H Martin</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17400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S31002</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T Gilbert</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L028</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Bases de datos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a:solidFill>
                            <a:srgbClr val="000000"/>
                          </a:solidFill>
                          <a:effectLst/>
                          <a:latin typeface="Calibri" panose="020F0502020204030204" pitchFamily="34" charset="0"/>
                        </a:rPr>
                        <a:t>25,5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5931365"/>
                  </a:ext>
                </a:extLst>
              </a:tr>
              <a:tr h="362449">
                <a:tc>
                  <a:txBody>
                    <a:bodyPr/>
                    <a:lstStyle/>
                    <a:p>
                      <a:pPr algn="l" fontAlgn="b"/>
                      <a:r>
                        <a:rPr lang="es-ES" sz="1200" b="0" i="0" u="none" strike="noStrike">
                          <a:solidFill>
                            <a:srgbClr val="000000"/>
                          </a:solidFill>
                          <a:effectLst/>
                          <a:latin typeface="Calibri" panose="020F0502020204030204" pitchFamily="34" charset="0"/>
                        </a:rPr>
                        <a:t>PC045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sueldos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H Martin</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17400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S13210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W Richards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L008</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Salario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a:solidFill>
                            <a:srgbClr val="000000"/>
                          </a:solidFill>
                          <a:effectLst/>
                          <a:latin typeface="Calibri" panose="020F0502020204030204" pitchFamily="34" charset="0"/>
                        </a:rPr>
                        <a:t>17</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2916990"/>
                  </a:ext>
                </a:extLst>
              </a:tr>
              <a:tr h="543673">
                <a:tc>
                  <a:txBody>
                    <a:bodyPr/>
                    <a:lstStyle/>
                    <a:p>
                      <a:pPr algn="l" fontAlgn="b"/>
                      <a:r>
                        <a:rPr lang="es-ES" sz="1200" b="0" i="0" u="none" strike="noStrike">
                          <a:solidFill>
                            <a:srgbClr val="000000"/>
                          </a:solidFill>
                          <a:effectLst/>
                          <a:latin typeface="Calibri" panose="020F0502020204030204" pitchFamily="34" charset="0"/>
                        </a:rPr>
                        <a:t>PC064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recursos humanos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K Lewis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12250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S31002</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T Gilbert</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L028</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Base de datos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a:solidFill>
                            <a:srgbClr val="000000"/>
                          </a:solidFill>
                          <a:effectLst/>
                          <a:latin typeface="Calibri" panose="020F0502020204030204" pitchFamily="34" charset="0"/>
                        </a:rPr>
                        <a:t>23,25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676093"/>
                  </a:ext>
                </a:extLst>
              </a:tr>
              <a:tr h="543673">
                <a:tc>
                  <a:txBody>
                    <a:bodyPr/>
                    <a:lstStyle/>
                    <a:p>
                      <a:pPr algn="l" fontAlgn="b"/>
                      <a:r>
                        <a:rPr lang="es-ES" sz="1200" b="0" i="0" u="none" strike="noStrike">
                          <a:solidFill>
                            <a:srgbClr val="000000"/>
                          </a:solidFill>
                          <a:effectLst/>
                          <a:latin typeface="Calibri" panose="020F0502020204030204" pitchFamily="34" charset="0"/>
                        </a:rPr>
                        <a:t>PC064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recursos humanos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K Lewis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12250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S21010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a:solidFill>
                            <a:srgbClr val="000000"/>
                          </a:solidFill>
                          <a:effectLst/>
                          <a:latin typeface="Calibri" panose="020F0502020204030204" pitchFamily="34" charset="0"/>
                        </a:rPr>
                        <a:t>P Lewis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a:solidFill>
                            <a:srgbClr val="000000"/>
                          </a:solidFill>
                          <a:effectLst/>
                          <a:latin typeface="Calibri" panose="020F0502020204030204" pitchFamily="34" charset="0"/>
                        </a:rPr>
                        <a:t>17,5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1318361"/>
                  </a:ext>
                </a:extLst>
              </a:tr>
              <a:tr h="543673">
                <a:tc>
                  <a:txBody>
                    <a:bodyPr/>
                    <a:lstStyle/>
                    <a:p>
                      <a:pPr algn="l" fontAlgn="b"/>
                      <a:r>
                        <a:rPr lang="es-ES" sz="1200" b="0" i="0" u="none" strike="noStrike">
                          <a:solidFill>
                            <a:srgbClr val="000000"/>
                          </a:solidFill>
                          <a:effectLst/>
                          <a:latin typeface="Calibri" panose="020F0502020204030204" pitchFamily="34" charset="0"/>
                        </a:rPr>
                        <a:t>PC064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Sistema de recursos humanos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K Lewis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12250</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S10034</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200" b="0" i="0" u="none" strike="noStrike" dirty="0">
                          <a:solidFill>
                            <a:srgbClr val="000000"/>
                          </a:solidFill>
                          <a:effectLst/>
                          <a:latin typeface="Calibri" panose="020F0502020204030204" pitchFamily="34" charset="0"/>
                        </a:rPr>
                        <a:t>B James</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L009</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200" b="0" i="0" u="none" strike="noStrike">
                          <a:solidFill>
                            <a:srgbClr val="000000"/>
                          </a:solidFill>
                          <a:effectLst/>
                          <a:latin typeface="Calibri" panose="020F0502020204030204" pitchFamily="34" charset="0"/>
                        </a:rPr>
                        <a:t>HORA</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ES" sz="1200" b="0" i="0" u="none" strike="noStrike" dirty="0">
                          <a:solidFill>
                            <a:srgbClr val="000000"/>
                          </a:solidFill>
                          <a:effectLst/>
                          <a:latin typeface="Calibri" panose="020F0502020204030204" pitchFamily="34" charset="0"/>
                        </a:rPr>
                        <a:t>16,5</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2445823"/>
                  </a:ext>
                </a:extLst>
              </a:tr>
            </a:tbl>
          </a:graphicData>
        </a:graphic>
      </p:graphicFrame>
      <p:sp>
        <p:nvSpPr>
          <p:cNvPr id="3" name="Rectángulo 2">
            <a:extLst>
              <a:ext uri="{FF2B5EF4-FFF2-40B4-BE49-F238E27FC236}">
                <a16:creationId xmlns:a16="http://schemas.microsoft.com/office/drawing/2014/main" id="{2C4625A6-CB74-FB46-B6D6-43E32FEC6BBB}"/>
              </a:ext>
            </a:extLst>
          </p:cNvPr>
          <p:cNvSpPr/>
          <p:nvPr/>
        </p:nvSpPr>
        <p:spPr>
          <a:xfrm>
            <a:off x="755576" y="2060848"/>
            <a:ext cx="7759774" cy="1152128"/>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489B09CF-5818-6249-623B-0289118D9CC4}"/>
              </a:ext>
            </a:extLst>
          </p:cNvPr>
          <p:cNvSpPr/>
          <p:nvPr/>
        </p:nvSpPr>
        <p:spPr>
          <a:xfrm>
            <a:off x="772666" y="3212976"/>
            <a:ext cx="7759774" cy="1440160"/>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260E8AF3-B066-A8F8-C51A-BBDB42174FDF}"/>
              </a:ext>
            </a:extLst>
          </p:cNvPr>
          <p:cNvSpPr/>
          <p:nvPr/>
        </p:nvSpPr>
        <p:spPr>
          <a:xfrm>
            <a:off x="772666" y="4653135"/>
            <a:ext cx="7759774" cy="1703215"/>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663879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9174-A191-6DDA-1BDF-068FD7C297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72F189E-B8DE-CB2E-9391-E521036C4452}"/>
              </a:ext>
            </a:extLst>
          </p:cNvPr>
          <p:cNvSpPr>
            <a:spLocks noGrp="1"/>
          </p:cNvSpPr>
          <p:nvPr>
            <p:ph type="title"/>
          </p:nvPr>
        </p:nvSpPr>
        <p:spPr>
          <a:xfrm>
            <a:off x="628650" y="365126"/>
            <a:ext cx="7886700" cy="975641"/>
          </a:xfrm>
        </p:spPr>
        <p:txBody>
          <a:bodyPr anchor="b">
            <a:normAutofit/>
          </a:bodyPr>
          <a:lstStyle/>
          <a:p>
            <a:r>
              <a:rPr lang="es-ES" dirty="0"/>
              <a:t>OTRO EJEMPLO</a:t>
            </a:r>
            <a:br>
              <a:rPr lang="es-ES" dirty="0"/>
            </a:br>
            <a:r>
              <a:rPr lang="es-ES" sz="2200" dirty="0"/>
              <a:t>Clave principal: </a:t>
            </a:r>
            <a:r>
              <a:rPr lang="es-ES" sz="2200" dirty="0" err="1"/>
              <a:t>Codigo</a:t>
            </a:r>
            <a:r>
              <a:rPr lang="es-ES" sz="2200" dirty="0"/>
              <a:t> de proyecto</a:t>
            </a:r>
          </a:p>
        </p:txBody>
      </p:sp>
      <p:sp>
        <p:nvSpPr>
          <p:cNvPr id="4" name="Marcador de número de diapositiva 3">
            <a:extLst>
              <a:ext uri="{FF2B5EF4-FFF2-40B4-BE49-F238E27FC236}">
                <a16:creationId xmlns:a16="http://schemas.microsoft.com/office/drawing/2014/main" id="{66F8305D-7C35-4A70-5266-BCC174A75DA8}"/>
              </a:ext>
            </a:extLst>
          </p:cNvPr>
          <p:cNvSpPr>
            <a:spLocks noGrp="1"/>
          </p:cNvSpPr>
          <p:nvPr>
            <p:ph type="sldNum" sz="quarter" idx="12"/>
          </p:nvPr>
        </p:nvSpPr>
        <p:spPr/>
        <p:txBody>
          <a:bodyPr anchor="ctr">
            <a:normAutofit/>
          </a:bodyPr>
          <a:lstStyle/>
          <a:p>
            <a:pPr>
              <a:spcAft>
                <a:spcPts val="600"/>
              </a:spcAft>
              <a:defRPr/>
            </a:pPr>
            <a:fld id="{D59A6A4B-46E3-43DE-99F2-D9A5AD28FA7D}" type="slidenum">
              <a:rPr lang="es-ES" altLang="es-ES" smtClean="0"/>
              <a:pPr>
                <a:spcAft>
                  <a:spcPts val="600"/>
                </a:spcAft>
                <a:defRPr/>
              </a:pPr>
              <a:t>9</a:t>
            </a:fld>
            <a:endParaRPr lang="es-ES" altLang="es-ES"/>
          </a:p>
        </p:txBody>
      </p:sp>
      <p:graphicFrame>
        <p:nvGraphicFramePr>
          <p:cNvPr id="5" name="Tabla 4">
            <a:extLst>
              <a:ext uri="{FF2B5EF4-FFF2-40B4-BE49-F238E27FC236}">
                <a16:creationId xmlns:a16="http://schemas.microsoft.com/office/drawing/2014/main" id="{A2FB9320-B732-DD71-1004-E522314EAB16}"/>
              </a:ext>
            </a:extLst>
          </p:cNvPr>
          <p:cNvGraphicFramePr>
            <a:graphicFrameLocks noGrp="1"/>
          </p:cNvGraphicFramePr>
          <p:nvPr>
            <p:extLst>
              <p:ext uri="{D42A27DB-BD31-4B8C-83A1-F6EECF244321}">
                <p14:modId xmlns:p14="http://schemas.microsoft.com/office/powerpoint/2010/main" val="276264928"/>
              </p:ext>
            </p:extLst>
          </p:nvPr>
        </p:nvGraphicFramePr>
        <p:xfrm>
          <a:off x="755576" y="1684048"/>
          <a:ext cx="7759777" cy="4585355"/>
        </p:xfrm>
        <a:graphic>
          <a:graphicData uri="http://schemas.openxmlformats.org/drawingml/2006/table">
            <a:tbl>
              <a:tblPr/>
              <a:tblGrid>
                <a:gridCol w="850011">
                  <a:extLst>
                    <a:ext uri="{9D8B030D-6E8A-4147-A177-3AD203B41FA5}">
                      <a16:colId xmlns:a16="http://schemas.microsoft.com/office/drawing/2014/main" val="2376253591"/>
                    </a:ext>
                  </a:extLst>
                </a:gridCol>
                <a:gridCol w="850011">
                  <a:extLst>
                    <a:ext uri="{9D8B030D-6E8A-4147-A177-3AD203B41FA5}">
                      <a16:colId xmlns:a16="http://schemas.microsoft.com/office/drawing/2014/main" val="4040338016"/>
                    </a:ext>
                  </a:extLst>
                </a:gridCol>
                <a:gridCol w="850011">
                  <a:extLst>
                    <a:ext uri="{9D8B030D-6E8A-4147-A177-3AD203B41FA5}">
                      <a16:colId xmlns:a16="http://schemas.microsoft.com/office/drawing/2014/main" val="546164987"/>
                    </a:ext>
                  </a:extLst>
                </a:gridCol>
                <a:gridCol w="850011">
                  <a:extLst>
                    <a:ext uri="{9D8B030D-6E8A-4147-A177-3AD203B41FA5}">
                      <a16:colId xmlns:a16="http://schemas.microsoft.com/office/drawing/2014/main" val="869815682"/>
                    </a:ext>
                  </a:extLst>
                </a:gridCol>
                <a:gridCol w="850011">
                  <a:extLst>
                    <a:ext uri="{9D8B030D-6E8A-4147-A177-3AD203B41FA5}">
                      <a16:colId xmlns:a16="http://schemas.microsoft.com/office/drawing/2014/main" val="1022411652"/>
                    </a:ext>
                  </a:extLst>
                </a:gridCol>
                <a:gridCol w="850011">
                  <a:extLst>
                    <a:ext uri="{9D8B030D-6E8A-4147-A177-3AD203B41FA5}">
                      <a16:colId xmlns:a16="http://schemas.microsoft.com/office/drawing/2014/main" val="2034548574"/>
                    </a:ext>
                  </a:extLst>
                </a:gridCol>
                <a:gridCol w="850011">
                  <a:extLst>
                    <a:ext uri="{9D8B030D-6E8A-4147-A177-3AD203B41FA5}">
                      <a16:colId xmlns:a16="http://schemas.microsoft.com/office/drawing/2014/main" val="2533977608"/>
                    </a:ext>
                  </a:extLst>
                </a:gridCol>
                <a:gridCol w="959689">
                  <a:extLst>
                    <a:ext uri="{9D8B030D-6E8A-4147-A177-3AD203B41FA5}">
                      <a16:colId xmlns:a16="http://schemas.microsoft.com/office/drawing/2014/main" val="1135040176"/>
                    </a:ext>
                  </a:extLst>
                </a:gridCol>
                <a:gridCol w="850011">
                  <a:extLst>
                    <a:ext uri="{9D8B030D-6E8A-4147-A177-3AD203B41FA5}">
                      <a16:colId xmlns:a16="http://schemas.microsoft.com/office/drawing/2014/main" val="3568938490"/>
                    </a:ext>
                  </a:extLst>
                </a:gridCol>
              </a:tblGrid>
              <a:tr h="385102">
                <a:tc>
                  <a:txBody>
                    <a:bodyPr/>
                    <a:lstStyle/>
                    <a:p>
                      <a:pPr algn="l" fontAlgn="b"/>
                      <a:r>
                        <a:rPr lang="es-ES" sz="1200" b="1" i="0" u="sng" strike="noStrike" dirty="0" err="1">
                          <a:solidFill>
                            <a:srgbClr val="000000"/>
                          </a:solidFill>
                          <a:effectLst/>
                          <a:latin typeface="Calibri" panose="020F0502020204030204" pitchFamily="34" charset="0"/>
                        </a:rPr>
                        <a:t>Codigo</a:t>
                      </a:r>
                      <a:r>
                        <a:rPr lang="es-ES" sz="1200" b="1" i="0" u="sng" strike="noStrike" dirty="0">
                          <a:solidFill>
                            <a:srgbClr val="000000"/>
                          </a:solidFill>
                          <a:effectLst/>
                          <a:latin typeface="Calibri" panose="020F0502020204030204" pitchFamily="34" charset="0"/>
                        </a:rPr>
                        <a:t> de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l" fontAlgn="b"/>
                      <a:r>
                        <a:rPr lang="es-ES" sz="1200" b="1" i="0" u="none" strike="noStrike" dirty="0">
                          <a:solidFill>
                            <a:srgbClr val="000000"/>
                          </a:solidFill>
                          <a:effectLst/>
                          <a:latin typeface="Calibri" panose="020F0502020204030204" pitchFamily="34" charset="0"/>
                        </a:rPr>
                        <a:t>Titulo del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Gerente del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Presupuesto del Proyecto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Numero de empleado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Nombre de empleado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Departamento No.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Nombre del departamento</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tc>
                  <a:txBody>
                    <a:bodyPr/>
                    <a:lstStyle/>
                    <a:p>
                      <a:pPr algn="l" fontAlgn="b"/>
                      <a:r>
                        <a:rPr lang="es-ES" sz="1200" b="1" i="0" u="none" strike="noStrike">
                          <a:solidFill>
                            <a:srgbClr val="000000"/>
                          </a:solidFill>
                          <a:effectLst/>
                          <a:latin typeface="Calibri" panose="020F0502020204030204" pitchFamily="34" charset="0"/>
                        </a:rPr>
                        <a:t>Tarifa por hora</a:t>
                      </a:r>
                    </a:p>
                  </a:txBody>
                  <a:tcPr marL="6834" marR="6834" marT="68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rgbClr val="B4C6E7"/>
                    </a:solidFill>
                  </a:tcPr>
                </a:tc>
                <a:extLst>
                  <a:ext uri="{0D108BD9-81ED-4DB2-BD59-A6C34878D82A}">
                    <a16:rowId xmlns:a16="http://schemas.microsoft.com/office/drawing/2014/main" val="1934312317"/>
                  </a:ext>
                </a:extLst>
              </a:tr>
              <a:tr h="362449">
                <a:tc>
                  <a:txBody>
                    <a:bodyPr/>
                    <a:lstStyle/>
                    <a:p>
                      <a:pPr algn="l" fontAlgn="b"/>
                      <a:r>
                        <a:rPr lang="es-ES" sz="1200" b="0" i="0" u="none" strike="noStrike" dirty="0">
                          <a:solidFill>
                            <a:srgbClr val="000000"/>
                          </a:solidFill>
                          <a:effectLst/>
                          <a:latin typeface="Calibri" panose="020F0502020204030204" pitchFamily="34" charset="0"/>
                        </a:rPr>
                        <a:t>PC010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Sistema de pensiones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dirty="0">
                          <a:solidFill>
                            <a:srgbClr val="000000"/>
                          </a:solidFill>
                          <a:effectLst/>
                          <a:latin typeface="Calibri" panose="020F0502020204030204" pitchFamily="34" charset="0"/>
                        </a:rPr>
                        <a:t>M Philips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24500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S1001</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Un herrero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a:solidFill>
                            <a:srgbClr val="000000"/>
                          </a:solidFill>
                          <a:effectLst/>
                          <a:latin typeface="Calibri" panose="020F0502020204030204" pitchFamily="34" charset="0"/>
                        </a:rPr>
                        <a:t>22</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3385284"/>
                  </a:ext>
                </a:extLst>
              </a:tr>
              <a:tr h="362449">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S10030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L Jones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L023</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Pensiones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18,5</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188787"/>
                  </a:ext>
                </a:extLst>
              </a:tr>
              <a:tr h="362449">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S21010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P Lewis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dirty="0">
                          <a:solidFill>
                            <a:srgbClr val="000000"/>
                          </a:solidFill>
                          <a:effectLst/>
                          <a:latin typeface="Calibri" panose="020F0502020204030204" pitchFamily="34" charset="0"/>
                        </a:rPr>
                        <a:t>L004</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dirty="0">
                          <a:solidFill>
                            <a:srgbClr val="000000"/>
                          </a:solidFill>
                          <a:effectLst/>
                          <a:latin typeface="Calibri" panose="020F0502020204030204" pitchFamily="34" charset="0"/>
                        </a:rPr>
                        <a:t>ESO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21</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24734576"/>
                  </a:ext>
                </a:extLst>
              </a:tr>
              <a:tr h="362449">
                <a:tc>
                  <a:txBody>
                    <a:bodyPr/>
                    <a:lstStyle/>
                    <a:p>
                      <a:pPr algn="l" fontAlgn="b"/>
                      <a:r>
                        <a:rPr lang="es-ES" sz="1200" b="0" i="0" u="none" strike="noStrike">
                          <a:solidFill>
                            <a:srgbClr val="000000"/>
                          </a:solidFill>
                          <a:effectLst/>
                          <a:latin typeface="Calibri" panose="020F0502020204030204" pitchFamily="34" charset="0"/>
                        </a:rPr>
                        <a:t>PC045</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dirty="0">
                          <a:solidFill>
                            <a:srgbClr val="000000"/>
                          </a:solidFill>
                          <a:effectLst/>
                          <a:latin typeface="Calibri" panose="020F0502020204030204" pitchFamily="34" charset="0"/>
                        </a:rPr>
                        <a:t>Sistema de sueldos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H Martin</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17400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S10010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B Jones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21,75</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8747030"/>
                  </a:ext>
                </a:extLst>
              </a:tr>
              <a:tr h="362449">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S10001</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Un herrero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18</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7754458"/>
                  </a:ext>
                </a:extLst>
              </a:tr>
              <a:tr h="362449">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S31002</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T Gilbert</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L028</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Bases de datos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a:solidFill>
                            <a:srgbClr val="000000"/>
                          </a:solidFill>
                          <a:effectLst/>
                          <a:latin typeface="Calibri" panose="020F0502020204030204" pitchFamily="34" charset="0"/>
                        </a:rPr>
                        <a:t>25,5</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5931365"/>
                  </a:ext>
                </a:extLst>
              </a:tr>
              <a:tr h="362449">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S13210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W Richards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L008</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Salario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17</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2916990"/>
                  </a:ext>
                </a:extLst>
              </a:tr>
              <a:tr h="543673">
                <a:tc>
                  <a:txBody>
                    <a:bodyPr/>
                    <a:lstStyle/>
                    <a:p>
                      <a:pPr algn="l" fontAlgn="b"/>
                      <a:r>
                        <a:rPr lang="es-ES" sz="1200" b="0" i="0" u="none" strike="noStrike">
                          <a:solidFill>
                            <a:srgbClr val="000000"/>
                          </a:solidFill>
                          <a:effectLst/>
                          <a:latin typeface="Calibri" panose="020F0502020204030204" pitchFamily="34" charset="0"/>
                        </a:rPr>
                        <a:t>PC064</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Sistema de recursos humanos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K Lewis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12250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S31002</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T Gilbert</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L028</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Base de datos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23,25</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676093"/>
                  </a:ext>
                </a:extLst>
              </a:tr>
              <a:tr h="543673">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S21010</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P Lewis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L004</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ESO</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17,5</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1318361"/>
                  </a:ext>
                </a:extLst>
              </a:tr>
              <a:tr h="543673">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s-ES" sz="1200" b="0" i="0" u="none" strike="noStrike">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s-ES" sz="1200" b="0" i="0" u="none" strike="noStrike" dirty="0">
                        <a:solidFill>
                          <a:srgbClr val="000000"/>
                        </a:solidFill>
                        <a:effectLst/>
                        <a:latin typeface="Calibri" panose="020F0502020204030204" pitchFamily="34" charset="0"/>
                      </a:endParaRP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a:solidFill>
                            <a:srgbClr val="000000"/>
                          </a:solidFill>
                          <a:effectLst/>
                          <a:latin typeface="Calibri" panose="020F0502020204030204" pitchFamily="34" charset="0"/>
                        </a:rPr>
                        <a:t>S10034</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ES" sz="1200" b="0" i="0" u="none" strike="noStrike" dirty="0">
                          <a:solidFill>
                            <a:srgbClr val="000000"/>
                          </a:solidFill>
                          <a:effectLst/>
                          <a:latin typeface="Calibri" panose="020F0502020204030204" pitchFamily="34" charset="0"/>
                        </a:rPr>
                        <a:t>B James</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L009</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s-ES" sz="1200" b="0" i="0" u="none" strike="noStrike">
                          <a:solidFill>
                            <a:srgbClr val="000000"/>
                          </a:solidFill>
                          <a:effectLst/>
                          <a:latin typeface="Calibri" panose="020F0502020204030204" pitchFamily="34" charset="0"/>
                        </a:rPr>
                        <a:t>HORA</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s-ES" sz="1200" b="0" i="0" u="none" strike="noStrike" dirty="0">
                          <a:solidFill>
                            <a:srgbClr val="000000"/>
                          </a:solidFill>
                          <a:effectLst/>
                          <a:latin typeface="Calibri" panose="020F0502020204030204" pitchFamily="34" charset="0"/>
                        </a:rPr>
                        <a:t>16,5</a:t>
                      </a:r>
                    </a:p>
                  </a:txBody>
                  <a:tcPr marL="6834" marR="6834" marT="683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2445823"/>
                  </a:ext>
                </a:extLst>
              </a:tr>
            </a:tbl>
          </a:graphicData>
        </a:graphic>
      </p:graphicFrame>
      <p:sp>
        <p:nvSpPr>
          <p:cNvPr id="3" name="Rectángulo 2">
            <a:extLst>
              <a:ext uri="{FF2B5EF4-FFF2-40B4-BE49-F238E27FC236}">
                <a16:creationId xmlns:a16="http://schemas.microsoft.com/office/drawing/2014/main" id="{EA95CD8E-4A82-3422-69EC-480CC3F63106}"/>
              </a:ext>
            </a:extLst>
          </p:cNvPr>
          <p:cNvSpPr/>
          <p:nvPr/>
        </p:nvSpPr>
        <p:spPr>
          <a:xfrm>
            <a:off x="755576" y="2060848"/>
            <a:ext cx="7759774" cy="1152128"/>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48B2DA82-BC0A-FB11-1268-EC6C268F3573}"/>
              </a:ext>
            </a:extLst>
          </p:cNvPr>
          <p:cNvSpPr/>
          <p:nvPr/>
        </p:nvSpPr>
        <p:spPr>
          <a:xfrm>
            <a:off x="772666" y="3212976"/>
            <a:ext cx="7759774" cy="1440160"/>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F208D195-A41E-0F10-77F2-C989FB187939}"/>
              </a:ext>
            </a:extLst>
          </p:cNvPr>
          <p:cNvSpPr/>
          <p:nvPr/>
        </p:nvSpPr>
        <p:spPr>
          <a:xfrm>
            <a:off x="772666" y="4653135"/>
            <a:ext cx="7759774" cy="1703215"/>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186292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10A10B6-2715-4D5D-B899-1B41724C2876}"/>
              </a:ext>
            </a:extLst>
          </p:cNvPr>
          <p:cNvSpPr>
            <a:spLocks noGrp="1"/>
          </p:cNvSpPr>
          <p:nvPr>
            <p:ph type="title"/>
          </p:nvPr>
        </p:nvSpPr>
        <p:spPr/>
        <p:txBody>
          <a:bodyPr>
            <a:normAutofit/>
          </a:bodyPr>
          <a:lstStyle/>
          <a:p>
            <a:r>
              <a:rPr lang="en-US" sz="2800" dirty="0"/>
              <a:t>1FN: </a:t>
            </a:r>
            <a:r>
              <a:rPr lang="en-US" sz="2800" dirty="0" err="1"/>
              <a:t>dejamos</a:t>
            </a:r>
            <a:r>
              <a:rPr lang="en-US" sz="2800" dirty="0"/>
              <a:t> </a:t>
            </a:r>
            <a:r>
              <a:rPr lang="en-US" sz="2800" dirty="0" err="1"/>
              <a:t>en</a:t>
            </a:r>
            <a:r>
              <a:rPr lang="en-US" sz="2800" dirty="0"/>
              <a:t> </a:t>
            </a:r>
            <a:r>
              <a:rPr lang="en-US" sz="2800" dirty="0" err="1"/>
              <a:t>una</a:t>
            </a:r>
            <a:r>
              <a:rPr lang="en-US" sz="2800" dirty="0"/>
              <a:t> </a:t>
            </a:r>
            <a:r>
              <a:rPr lang="en-US" sz="2800" dirty="0" err="1"/>
              <a:t>tabla</a:t>
            </a:r>
            <a:r>
              <a:rPr lang="en-US" sz="2800" dirty="0"/>
              <a:t> </a:t>
            </a:r>
            <a:r>
              <a:rPr lang="en-US" sz="2800" dirty="0" err="1"/>
              <a:t>los</a:t>
            </a:r>
            <a:r>
              <a:rPr lang="en-US" sz="2800" dirty="0"/>
              <a:t> </a:t>
            </a:r>
            <a:r>
              <a:rPr lang="en-US" sz="2800" dirty="0" err="1"/>
              <a:t>datos</a:t>
            </a:r>
            <a:r>
              <a:rPr lang="en-US" sz="2800" dirty="0"/>
              <a:t> que no se </a:t>
            </a:r>
            <a:r>
              <a:rPr lang="en-US" sz="2800" dirty="0" err="1"/>
              <a:t>repiten</a:t>
            </a:r>
            <a:r>
              <a:rPr lang="en-US" sz="2800" dirty="0"/>
              <a:t> y </a:t>
            </a:r>
            <a:r>
              <a:rPr lang="en-US" sz="2800" dirty="0" err="1"/>
              <a:t>en</a:t>
            </a:r>
            <a:r>
              <a:rPr lang="en-US" sz="2800" dirty="0"/>
              <a:t> </a:t>
            </a:r>
            <a:r>
              <a:rPr lang="en-US" sz="2800" dirty="0" err="1"/>
              <a:t>otra</a:t>
            </a:r>
            <a:r>
              <a:rPr lang="en-US" sz="2800" dirty="0"/>
              <a:t> </a:t>
            </a:r>
            <a:r>
              <a:rPr lang="en-US" sz="2800" dirty="0" err="1"/>
              <a:t>los</a:t>
            </a:r>
            <a:r>
              <a:rPr lang="en-US" sz="2800" dirty="0"/>
              <a:t> </a:t>
            </a:r>
            <a:r>
              <a:rPr lang="en-US" sz="2800" dirty="0" err="1"/>
              <a:t>repetidos</a:t>
            </a:r>
            <a:r>
              <a:rPr lang="en-US" sz="2800" dirty="0"/>
              <a:t>.</a:t>
            </a:r>
          </a:p>
        </p:txBody>
      </p:sp>
      <p:sp>
        <p:nvSpPr>
          <p:cNvPr id="19" name="Text Placeholder 3">
            <a:extLst>
              <a:ext uri="{FF2B5EF4-FFF2-40B4-BE49-F238E27FC236}">
                <a16:creationId xmlns:a16="http://schemas.microsoft.com/office/drawing/2014/main" id="{3D9D05D2-E19B-46E1-AB85-0FDB91826A9F}"/>
              </a:ext>
            </a:extLst>
          </p:cNvPr>
          <p:cNvSpPr>
            <a:spLocks noGrp="1"/>
          </p:cNvSpPr>
          <p:nvPr>
            <p:ph idx="1"/>
          </p:nvPr>
        </p:nvSpPr>
        <p:spPr/>
        <p:txBody>
          <a:bodyPr>
            <a:normAutofit/>
          </a:bodyPr>
          <a:lstStyle/>
          <a:p>
            <a:pPr algn="just"/>
            <a:r>
              <a:rPr lang="es-ES" b="0" i="0" dirty="0">
                <a:solidFill>
                  <a:schemeClr val="bg1"/>
                </a:solidFill>
                <a:effectLst/>
                <a:latin typeface="Verdana" panose="020B0604030504040204" pitchFamily="34" charset="0"/>
              </a:rPr>
              <a:t>En la tabla anterior se repiten los atributos No de empleado, Nombre de empleado, No de departamento, Nombre de departamento y Tarifa por hora. Es decir, existe la posibilidad de que se produzcan más de una aparición de estos atributos para cada código de proyecto. Estos son los atributos que se repiten y han estado en una nueva tabla junto con una copia de la clave original (es decir: Código de proyecto).</a:t>
            </a:r>
          </a:p>
          <a:p>
            <a:pPr algn="just"/>
            <a:r>
              <a:rPr lang="es-ES" b="0" i="0" dirty="0">
                <a:solidFill>
                  <a:schemeClr val="bg1"/>
                </a:solidFill>
                <a:effectLst/>
                <a:latin typeface="Verdana" panose="020B0604030504040204" pitchFamily="34" charset="0"/>
              </a:rPr>
              <a:t>Se ha definido una clave de Código de proyecto y Número de empleado para esta nueva tabla. Esta combinación es única para cada fila de la tabla.</a:t>
            </a:r>
          </a:p>
          <a:p>
            <a:endParaRPr lang="en-US" dirty="0"/>
          </a:p>
        </p:txBody>
      </p:sp>
      <p:sp>
        <p:nvSpPr>
          <p:cNvPr id="5" name="Marcador de número de diapositiva 4">
            <a:extLst>
              <a:ext uri="{FF2B5EF4-FFF2-40B4-BE49-F238E27FC236}">
                <a16:creationId xmlns:a16="http://schemas.microsoft.com/office/drawing/2014/main" id="{76770FAC-961F-4C89-B06D-5E65383C04D5}"/>
              </a:ext>
            </a:extLst>
          </p:cNvPr>
          <p:cNvSpPr>
            <a:spLocks noGrp="1"/>
          </p:cNvSpPr>
          <p:nvPr>
            <p:ph type="sldNum" sz="quarter" idx="12"/>
          </p:nvPr>
        </p:nvSpPr>
        <p:spPr/>
        <p:txBody>
          <a:bodyPr anchor="ctr">
            <a:normAutofit/>
          </a:bodyPr>
          <a:lstStyle/>
          <a:p>
            <a:pPr>
              <a:spcAft>
                <a:spcPts val="600"/>
              </a:spcAft>
              <a:defRPr/>
            </a:pPr>
            <a:fld id="{E28453F8-7A8B-482B-912B-1D97498DEB72}" type="slidenum">
              <a:rPr lang="es-ES" altLang="es-ES" smtClean="0"/>
              <a:pPr>
                <a:spcAft>
                  <a:spcPts val="600"/>
                </a:spcAft>
                <a:defRPr/>
              </a:pPr>
              <a:t>10</a:t>
            </a:fld>
            <a:endParaRPr lang="es-ES" altLang="es-ES"/>
          </a:p>
        </p:txBody>
      </p:sp>
      <p:pic>
        <p:nvPicPr>
          <p:cNvPr id="11" name="Imagen 10">
            <a:extLst>
              <a:ext uri="{FF2B5EF4-FFF2-40B4-BE49-F238E27FC236}">
                <a16:creationId xmlns:a16="http://schemas.microsoft.com/office/drawing/2014/main" id="{4AA4B6F3-C37C-496E-9DF5-CD45CF3C29B4}"/>
              </a:ext>
            </a:extLst>
          </p:cNvPr>
          <p:cNvPicPr>
            <a:picLocks noChangeAspect="1"/>
          </p:cNvPicPr>
          <p:nvPr/>
        </p:nvPicPr>
        <p:blipFill>
          <a:blip r:embed="rId2"/>
          <a:stretch>
            <a:fillRect/>
          </a:stretch>
        </p:blipFill>
        <p:spPr>
          <a:xfrm>
            <a:off x="262812" y="1875094"/>
            <a:ext cx="8252538" cy="2273986"/>
          </a:xfrm>
          <a:prstGeom prst="rect">
            <a:avLst/>
          </a:prstGeom>
        </p:spPr>
      </p:pic>
    </p:spTree>
    <p:extLst>
      <p:ext uri="{BB962C8B-B14F-4D97-AF65-F5344CB8AC3E}">
        <p14:creationId xmlns:p14="http://schemas.microsoft.com/office/powerpoint/2010/main" val="34747366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1844DC-CD91-4579-9498-8B453F690961}"/>
              </a:ext>
            </a:extLst>
          </p:cNvPr>
          <p:cNvSpPr>
            <a:spLocks noGrp="1"/>
          </p:cNvSpPr>
          <p:nvPr>
            <p:ph type="title"/>
          </p:nvPr>
        </p:nvSpPr>
        <p:spPr/>
        <p:txBody>
          <a:bodyPr>
            <a:noAutofit/>
          </a:bodyPr>
          <a:lstStyle/>
          <a:p>
            <a:r>
              <a:rPr lang="es-ES" sz="2400" dirty="0"/>
              <a:t>2FN: Esta en 1FN y solo un campo en la clave principal. Si hay más de un campo en la clave principal, buscamos atributos que dependen solo de una parte de la clave</a:t>
            </a:r>
          </a:p>
        </p:txBody>
      </p:sp>
      <p:sp>
        <p:nvSpPr>
          <p:cNvPr id="4" name="Marcador de texto 3">
            <a:extLst>
              <a:ext uri="{FF2B5EF4-FFF2-40B4-BE49-F238E27FC236}">
                <a16:creationId xmlns:a16="http://schemas.microsoft.com/office/drawing/2014/main" id="{7F0C2575-BF4E-47FF-8C10-F86A25F98B5D}"/>
              </a:ext>
            </a:extLst>
          </p:cNvPr>
          <p:cNvSpPr>
            <a:spLocks noGrp="1"/>
          </p:cNvSpPr>
          <p:nvPr>
            <p:ph idx="1"/>
          </p:nvPr>
        </p:nvSpPr>
        <p:spPr/>
        <p:txBody>
          <a:bodyPr>
            <a:normAutofit/>
          </a:bodyPr>
          <a:lstStyle/>
          <a:p>
            <a:pPr algn="just"/>
            <a:r>
              <a:rPr lang="es-ES" b="0" i="0" dirty="0">
                <a:solidFill>
                  <a:schemeClr val="bg1"/>
                </a:solidFill>
                <a:effectLst/>
                <a:latin typeface="Verdana" panose="020B0604030504040204" pitchFamily="34" charset="0"/>
              </a:rPr>
              <a:t>El nombre del empleado, el número de departamento y el nombre del departamento dependen únicamente del número de empleado. Por lo tanto, se movieron a una nueva tabla con Empleado No como clave.</a:t>
            </a:r>
          </a:p>
          <a:p>
            <a:pPr algn="just">
              <a:buFont typeface="Arial" panose="020B0604020202020204" pitchFamily="34" charset="0"/>
              <a:buChar char="•"/>
            </a:pPr>
            <a:r>
              <a:rPr lang="es-ES" b="0" i="0" dirty="0">
                <a:solidFill>
                  <a:schemeClr val="bg1"/>
                </a:solidFill>
                <a:effectLst/>
                <a:latin typeface="Verdana" panose="020B0604030504040204" pitchFamily="34" charset="0"/>
              </a:rPr>
              <a:t>Sin embargo, la tarifa por hora depende tanto del código de proyecto como del número de empleado, ya que un empleado puede tener una tarifa por hora diferente según el proyecto en el que esté trabajando. Por tanto, permaneció en la tabla original.</a:t>
            </a:r>
          </a:p>
          <a:p>
            <a:pPr algn="just"/>
            <a:endParaRPr lang="es-ES" dirty="0">
              <a:solidFill>
                <a:schemeClr val="bg1"/>
              </a:solidFill>
            </a:endParaRPr>
          </a:p>
        </p:txBody>
      </p:sp>
      <p:sp>
        <p:nvSpPr>
          <p:cNvPr id="5" name="Marcador de número de diapositiva 4">
            <a:extLst>
              <a:ext uri="{FF2B5EF4-FFF2-40B4-BE49-F238E27FC236}">
                <a16:creationId xmlns:a16="http://schemas.microsoft.com/office/drawing/2014/main" id="{CA6331DE-B4D4-4460-B5C5-32A00C3265E9}"/>
              </a:ext>
            </a:extLst>
          </p:cNvPr>
          <p:cNvSpPr>
            <a:spLocks noGrp="1"/>
          </p:cNvSpPr>
          <p:nvPr>
            <p:ph type="sldNum" sz="quarter" idx="12"/>
          </p:nvPr>
        </p:nvSpPr>
        <p:spPr/>
        <p:txBody>
          <a:bodyPr/>
          <a:lstStyle/>
          <a:p>
            <a:pPr>
              <a:defRPr/>
            </a:pPr>
            <a:fld id="{E28453F8-7A8B-482B-912B-1D97498DEB72}" type="slidenum">
              <a:rPr lang="es-ES" altLang="es-ES" smtClean="0"/>
              <a:pPr>
                <a:defRPr/>
              </a:pPr>
              <a:t>11</a:t>
            </a:fld>
            <a:endParaRPr lang="es-ES" altLang="es-ES"/>
          </a:p>
        </p:txBody>
      </p:sp>
      <p:pic>
        <p:nvPicPr>
          <p:cNvPr id="7" name="Imagen 6">
            <a:extLst>
              <a:ext uri="{FF2B5EF4-FFF2-40B4-BE49-F238E27FC236}">
                <a16:creationId xmlns:a16="http://schemas.microsoft.com/office/drawing/2014/main" id="{D6F38E20-54D6-4345-A126-B767B1401F81}"/>
              </a:ext>
            </a:extLst>
          </p:cNvPr>
          <p:cNvPicPr>
            <a:picLocks noChangeAspect="1"/>
          </p:cNvPicPr>
          <p:nvPr/>
        </p:nvPicPr>
        <p:blipFill>
          <a:blip r:embed="rId2"/>
          <a:stretch>
            <a:fillRect/>
          </a:stretch>
        </p:blipFill>
        <p:spPr>
          <a:xfrm>
            <a:off x="459066" y="2420888"/>
            <a:ext cx="8225867" cy="3434680"/>
          </a:xfrm>
          <a:prstGeom prst="rect">
            <a:avLst/>
          </a:prstGeom>
        </p:spPr>
      </p:pic>
      <p:cxnSp>
        <p:nvCxnSpPr>
          <p:cNvPr id="9" name="Conector recto 8">
            <a:extLst>
              <a:ext uri="{FF2B5EF4-FFF2-40B4-BE49-F238E27FC236}">
                <a16:creationId xmlns:a16="http://schemas.microsoft.com/office/drawing/2014/main" id="{ADE8FC58-6070-4680-B724-C060670B2B10}"/>
              </a:ext>
            </a:extLst>
          </p:cNvPr>
          <p:cNvCxnSpPr/>
          <p:nvPr/>
        </p:nvCxnSpPr>
        <p:spPr>
          <a:xfrm>
            <a:off x="971600" y="1988840"/>
            <a:ext cx="504056"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88496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1844DC-CD91-4579-9498-8B453F690961}"/>
              </a:ext>
            </a:extLst>
          </p:cNvPr>
          <p:cNvSpPr>
            <a:spLocks noGrp="1"/>
          </p:cNvSpPr>
          <p:nvPr>
            <p:ph type="title"/>
          </p:nvPr>
        </p:nvSpPr>
        <p:spPr/>
        <p:txBody>
          <a:bodyPr>
            <a:normAutofit fontScale="90000"/>
          </a:bodyPr>
          <a:lstStyle/>
          <a:p>
            <a:r>
              <a:rPr lang="es-ES" dirty="0"/>
              <a:t>3FN: Esta en 2FN y los atributos dependen solo de la clave principal. Si no es así, se crea otra tabla.</a:t>
            </a:r>
          </a:p>
        </p:txBody>
      </p:sp>
      <p:sp>
        <p:nvSpPr>
          <p:cNvPr id="4" name="Marcador de texto 3">
            <a:extLst>
              <a:ext uri="{FF2B5EF4-FFF2-40B4-BE49-F238E27FC236}">
                <a16:creationId xmlns:a16="http://schemas.microsoft.com/office/drawing/2014/main" id="{7F0C2575-BF4E-47FF-8C10-F86A25F98B5D}"/>
              </a:ext>
            </a:extLst>
          </p:cNvPr>
          <p:cNvSpPr>
            <a:spLocks noGrp="1"/>
          </p:cNvSpPr>
          <p:nvPr>
            <p:ph idx="1"/>
          </p:nvPr>
        </p:nvSpPr>
        <p:spPr/>
        <p:txBody>
          <a:bodyPr>
            <a:normAutofit/>
          </a:bodyPr>
          <a:lstStyle/>
          <a:p>
            <a:pPr algn="just"/>
            <a:r>
              <a:rPr lang="es-ES" b="0" i="0" dirty="0">
                <a:solidFill>
                  <a:schemeClr val="bg1"/>
                </a:solidFill>
                <a:effectLst/>
                <a:latin typeface="Verdana" panose="020B0604030504040204" pitchFamily="34" charset="0"/>
              </a:rPr>
              <a:t>La tabla del equipo del proyecto pasó directamente de 2NF a 3NF, ya que solo tiene un atributo no clave.</a:t>
            </a:r>
          </a:p>
          <a:p>
            <a:pPr algn="just"/>
            <a:r>
              <a:rPr lang="es-ES" b="0" i="0" dirty="0">
                <a:solidFill>
                  <a:schemeClr val="bg1"/>
                </a:solidFill>
                <a:effectLst/>
                <a:latin typeface="Verdana" panose="020B0604030504040204" pitchFamily="34" charset="0"/>
              </a:rPr>
              <a:t>El nombre del departamento depende más del número de departamento que del número de empleado y, por lo tanto, se movió a una nueva tabla. El número de departamento es la clave en esta nueva tabla y una clave externa en la tabla Empleado</a:t>
            </a:r>
            <a:r>
              <a:rPr lang="es-ES" b="0" i="0" dirty="0">
                <a:solidFill>
                  <a:srgbClr val="000000"/>
                </a:solidFill>
                <a:effectLst/>
                <a:latin typeface="Verdana" panose="020B0604030504040204" pitchFamily="34" charset="0"/>
              </a:rPr>
              <a:t>.</a:t>
            </a:r>
          </a:p>
          <a:p>
            <a:pPr algn="just"/>
            <a:endParaRPr lang="es-ES" dirty="0">
              <a:solidFill>
                <a:schemeClr val="bg1"/>
              </a:solidFill>
            </a:endParaRPr>
          </a:p>
        </p:txBody>
      </p:sp>
      <p:sp>
        <p:nvSpPr>
          <p:cNvPr id="5" name="Marcador de número de diapositiva 4">
            <a:extLst>
              <a:ext uri="{FF2B5EF4-FFF2-40B4-BE49-F238E27FC236}">
                <a16:creationId xmlns:a16="http://schemas.microsoft.com/office/drawing/2014/main" id="{CA6331DE-B4D4-4460-B5C5-32A00C3265E9}"/>
              </a:ext>
            </a:extLst>
          </p:cNvPr>
          <p:cNvSpPr>
            <a:spLocks noGrp="1"/>
          </p:cNvSpPr>
          <p:nvPr>
            <p:ph type="sldNum" sz="quarter" idx="12"/>
          </p:nvPr>
        </p:nvSpPr>
        <p:spPr/>
        <p:txBody>
          <a:bodyPr/>
          <a:lstStyle/>
          <a:p>
            <a:pPr>
              <a:defRPr/>
            </a:pPr>
            <a:fld id="{E28453F8-7A8B-482B-912B-1D97498DEB72}" type="slidenum">
              <a:rPr lang="es-ES" altLang="es-ES" smtClean="0"/>
              <a:pPr>
                <a:defRPr/>
              </a:pPr>
              <a:t>12</a:t>
            </a:fld>
            <a:endParaRPr lang="es-ES" altLang="es-ES"/>
          </a:p>
        </p:txBody>
      </p:sp>
      <p:pic>
        <p:nvPicPr>
          <p:cNvPr id="6" name="Imagen 5">
            <a:extLst>
              <a:ext uri="{FF2B5EF4-FFF2-40B4-BE49-F238E27FC236}">
                <a16:creationId xmlns:a16="http://schemas.microsoft.com/office/drawing/2014/main" id="{7835E0C9-F7A1-4B0D-B539-247BBD8C1AE4}"/>
              </a:ext>
            </a:extLst>
          </p:cNvPr>
          <p:cNvPicPr>
            <a:picLocks noChangeAspect="1"/>
          </p:cNvPicPr>
          <p:nvPr/>
        </p:nvPicPr>
        <p:blipFill>
          <a:blip r:embed="rId2"/>
          <a:stretch>
            <a:fillRect/>
          </a:stretch>
        </p:blipFill>
        <p:spPr>
          <a:xfrm>
            <a:off x="539552" y="1631380"/>
            <a:ext cx="8244408" cy="4845860"/>
          </a:xfrm>
          <a:prstGeom prst="rect">
            <a:avLst/>
          </a:prstGeom>
        </p:spPr>
      </p:pic>
    </p:spTree>
    <p:extLst>
      <p:ext uri="{BB962C8B-B14F-4D97-AF65-F5344CB8AC3E}">
        <p14:creationId xmlns:p14="http://schemas.microsoft.com/office/powerpoint/2010/main" val="14247781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TotalTime>
  <Words>1370</Words>
  <Application>Microsoft Office PowerPoint</Application>
  <PresentationFormat>Presentación en pantalla (4:3)</PresentationFormat>
  <Paragraphs>434</Paragraphs>
  <Slides>12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Aptos</vt:lpstr>
      <vt:lpstr>Aptos Display</vt:lpstr>
      <vt:lpstr>Arial</vt:lpstr>
      <vt:lpstr>Calibri</vt:lpstr>
      <vt:lpstr>Verdana</vt:lpstr>
      <vt:lpstr>Wingdings</vt:lpstr>
      <vt:lpstr>Tema de Office</vt:lpstr>
      <vt:lpstr>EJEMPLOS DE NORMALIZACIÓN</vt:lpstr>
      <vt:lpstr>Presentación de PowerPoint</vt:lpstr>
      <vt:lpstr>Ejemplo 1</vt:lpstr>
      <vt:lpstr>Primera forma normal (1FN)</vt:lpstr>
      <vt:lpstr>Segunda forma normal (2 FN)</vt:lpstr>
      <vt:lpstr>Tercera forma normal (3 FN)</vt:lpstr>
      <vt:lpstr>NORMALIZACIÓN COMPLETA</vt:lpstr>
      <vt:lpstr>OTRO EJEMPLO Clave principal: Codigo de proyecto</vt:lpstr>
      <vt:lpstr>OTRO EJEMPLO Clave principal: Codigo de proyecto</vt:lpstr>
      <vt:lpstr>1FN: dejamos en una tabla los datos que no se repiten y en otra los repetidos.</vt:lpstr>
      <vt:lpstr>2FN: Esta en 1FN y solo un campo en la clave principal. Si hay más de un campo en la clave principal, buscamos atributos que dependen solo de una parte de la clave</vt:lpstr>
      <vt:lpstr>3FN: Esta en 2FN y los atributos dependen solo de la clave principal. Si no es así, se crea otra tabla.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 de Datos</dc:title>
  <dc:creator>Luis Alberto Martin Lanza</dc:creator>
  <cp:lastModifiedBy>Nuria Celis Nieto</cp:lastModifiedBy>
  <cp:revision>19</cp:revision>
  <dcterms:created xsi:type="dcterms:W3CDTF">2020-12-14T14:30:01Z</dcterms:created>
  <dcterms:modified xsi:type="dcterms:W3CDTF">2025-11-06T22:31:51Z</dcterms:modified>
</cp:coreProperties>
</file>