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5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7T16:19:19.17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0,'19713'0,"-19684"0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7T16:19:23.79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1,'9399'0,"-9375"0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907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35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053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87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93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60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7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683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79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96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6031D-368C-47B3-B5E4-91DEFF23C3EC}" type="datetimeFigureOut">
              <a:rPr lang="es-ES" smtClean="0"/>
              <a:t>05/01/2026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F14E406-DB58-4308-B27E-04410502C582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76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095B41-7312-4603-9F0F-93387C35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E71B3-AD95-DE88-07D0-8869D3BD9E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r="-1" b="15728"/>
          <a:stretch/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042C936-444C-4F0D-9737-291EAFE1E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DF693A-38E4-FB3D-CB61-B4F3E5954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>
            <a:normAutofit/>
          </a:bodyPr>
          <a:lstStyle/>
          <a:p>
            <a:r>
              <a:rPr lang="es-ES"/>
              <a:t>RESUMEN PARA CONSULTAS SIMPLES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4F7A89-5C7F-66B2-2CE1-9F96A8B30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>
            <a:normAutofit/>
          </a:bodyPr>
          <a:lstStyle/>
          <a:p>
            <a:r>
              <a:rPr lang="es-ES" dirty="0"/>
              <a:t>Repaso de la 1º parte </a:t>
            </a:r>
            <a:r>
              <a:rPr lang="es-ES"/>
              <a:t>del tema 4.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1C4D9F-F4AF-4ED2-9310-56EB2E19C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3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19FDB25-3050-4009-9806-3000DDD1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" name="Straight Connector 17">
            <a:extLst>
              <a:ext uri="{FF2B5EF4-FFF2-40B4-BE49-F238E27FC236}">
                <a16:creationId xmlns:a16="http://schemas.microsoft.com/office/drawing/2014/main" id="{8063EF0F-7BC0-4CFB-AB98-20A8DD91D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56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B82F0-CFAB-3E1F-370B-ADDB6367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CONSULTAS SIMPLES: UNA SOLA TABLA.</a:t>
            </a:r>
          </a:p>
        </p:txBody>
      </p:sp>
      <p:pic>
        <p:nvPicPr>
          <p:cNvPr id="5" name="Marcador de contenido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4A44830D-C6A3-27B3-0F25-564552B57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858" y="1804305"/>
            <a:ext cx="9320753" cy="3495282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7561E00-4497-6C83-C526-A89352C1CF92}"/>
                  </a:ext>
                </a:extLst>
              </p14:cNvPr>
              <p14:cNvContentPartPr/>
              <p14:nvPr/>
            </p14:nvContentPartPr>
            <p14:xfrm>
              <a:off x="1445292" y="3516147"/>
              <a:ext cx="7107480" cy="3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7561E00-4497-6C83-C526-A89352C1CF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6652" y="3507147"/>
                <a:ext cx="71251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FE3A9ABE-BB5E-6B89-1C6E-D959DD1CB04E}"/>
                  </a:ext>
                </a:extLst>
              </p14:cNvPr>
              <p14:cNvContentPartPr/>
              <p14:nvPr/>
            </p14:nvContentPartPr>
            <p14:xfrm>
              <a:off x="1258092" y="3968307"/>
              <a:ext cx="3393000" cy="3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FE3A9ABE-BB5E-6B89-1C6E-D959DD1CB0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49452" y="3959667"/>
                <a:ext cx="34106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7869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70CC8-A09F-5C81-1A6D-EA9DA5DC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CONSULTAS SIMPLES: UNA SOLA TABLA.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5397DD-DFEC-5BE4-ED80-2FCBA315D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dirty="0"/>
              <a:t>En la parte del </a:t>
            </a:r>
            <a:r>
              <a:rPr lang="es-ES" sz="2800" dirty="0" err="1"/>
              <a:t>Select</a:t>
            </a:r>
            <a:r>
              <a:rPr lang="es-ES" sz="2800" dirty="0"/>
              <a:t> se pueden hacer operaciones aritméticas y poner alias a los campos que se van a mostrar: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sz="2400" dirty="0">
                <a:solidFill>
                  <a:schemeClr val="accent1"/>
                </a:solidFill>
                <a:latin typeface="Aptos ExtraBold" panose="020B0004020202020204" pitchFamily="34" charset="0"/>
              </a:rPr>
              <a:t>SELECT descripción, unidades, precio, unidades * precio as “total” FROM tabla;</a:t>
            </a:r>
          </a:p>
        </p:txBody>
      </p:sp>
    </p:spTree>
    <p:extLst>
      <p:ext uri="{BB962C8B-B14F-4D97-AF65-F5344CB8AC3E}">
        <p14:creationId xmlns:p14="http://schemas.microsoft.com/office/powerpoint/2010/main" val="196453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E932A-870A-6969-F214-8DCBDF48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CONSULTAS SIMPLES: UNA SOLA TABLA.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43A063-41F5-DFDA-5028-531BCE4D2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dirty="0"/>
              <a:t>Para ordenar los resultados de una consulta se hace con ORDER BY: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sz="2400" dirty="0">
                <a:solidFill>
                  <a:schemeClr val="accent1"/>
                </a:solidFill>
                <a:latin typeface="Aptos ExtraBold" panose="020B0004020202020204" pitchFamily="34" charset="0"/>
              </a:rPr>
              <a:t>SELECT matricula, marca, modelo, precio </a:t>
            </a:r>
          </a:p>
          <a:p>
            <a:pPr marL="0" indent="0">
              <a:buNone/>
            </a:pPr>
            <a:r>
              <a:rPr lang="es-ES" sz="2400" dirty="0">
                <a:solidFill>
                  <a:schemeClr val="accent1"/>
                </a:solidFill>
                <a:latin typeface="Aptos ExtraBold" panose="020B0004020202020204" pitchFamily="34" charset="0"/>
              </a:rPr>
              <a:t>FROM </a:t>
            </a:r>
            <a:r>
              <a:rPr lang="es-ES" sz="2400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automoviles</a:t>
            </a:r>
            <a:r>
              <a:rPr lang="es-ES" sz="2400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s-ES" sz="2400" dirty="0">
                <a:solidFill>
                  <a:schemeClr val="accent1"/>
                </a:solidFill>
                <a:latin typeface="Aptos ExtraBold" panose="020B0004020202020204" pitchFamily="34" charset="0"/>
              </a:rPr>
              <a:t>ORDER BY marca, precio DESC;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41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7FEAC-4143-7A79-C76F-1F4E17C5D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CONSULTAS SIMPLES: UNA SOLA TABLA.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704582-8E2A-B191-E5F2-33DC45EF3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91" y="2056748"/>
            <a:ext cx="4851944" cy="3450613"/>
          </a:xfrm>
        </p:spPr>
        <p:txBody>
          <a:bodyPr>
            <a:normAutofit/>
          </a:bodyPr>
          <a:lstStyle/>
          <a:p>
            <a:r>
              <a:rPr lang="es-ES" sz="2800" dirty="0"/>
              <a:t>Para no repetir filas:</a:t>
            </a:r>
          </a:p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SELECT DISTINCT 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marca,modelo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FROM 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automoviles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ORDER BY 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marca,modelo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;</a:t>
            </a:r>
          </a:p>
          <a:p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92DB553-C609-1BB8-2D41-71B3B098E9DA}"/>
              </a:ext>
            </a:extLst>
          </p:cNvPr>
          <p:cNvSpPr txBox="1">
            <a:spLocks/>
          </p:cNvSpPr>
          <p:nvPr/>
        </p:nvSpPr>
        <p:spPr>
          <a:xfrm>
            <a:off x="6303524" y="2056749"/>
            <a:ext cx="5086398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dirty="0"/>
              <a:t>Para limitar la salida de datos: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SELECT 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matricula,marca,modelo,precio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FROM 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automoviles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ORDER BY precio DESC LIMIT 5;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098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E89E2-9271-CA24-93E2-E7B80231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CONSULTAS SIMPLES: UNA SOLA TABLA.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AF36ED-89A9-ED11-1378-014A59FE6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2060157"/>
          </a:xfrm>
        </p:spPr>
        <p:txBody>
          <a:bodyPr>
            <a:normAutofit/>
          </a:bodyPr>
          <a:lstStyle/>
          <a:p>
            <a:r>
              <a:rPr lang="es-ES" dirty="0"/>
              <a:t>Las condiciones de las consultas se hacen en la cláusula WHERE:</a:t>
            </a:r>
          </a:p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SELECT 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matricula,modelo,precio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FROM 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automoviles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WHERE marca='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seat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’;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C8E62A4-83D9-9D8C-3D4C-B7DABF351306}"/>
              </a:ext>
            </a:extLst>
          </p:cNvPr>
          <p:cNvSpPr txBox="1">
            <a:spLocks/>
          </p:cNvSpPr>
          <p:nvPr/>
        </p:nvSpPr>
        <p:spPr>
          <a:xfrm>
            <a:off x="5938783" y="2525799"/>
            <a:ext cx="9603275" cy="27518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SELECT 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matricula,marca,modelo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FROM 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automoviles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WHERE alquilado!=true; </a:t>
            </a:r>
          </a:p>
        </p:txBody>
      </p:sp>
    </p:spTree>
    <p:extLst>
      <p:ext uri="{BB962C8B-B14F-4D97-AF65-F5344CB8AC3E}">
        <p14:creationId xmlns:p14="http://schemas.microsoft.com/office/powerpoint/2010/main" val="2999009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577A0-2203-85F5-E50C-C3C8BF175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CONSULTAS SIMPLES: UNA SOLA TABLA.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FDF70-8E6E-F95C-6A14-42731B17F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908" y="1975976"/>
            <a:ext cx="6042525" cy="2148764"/>
          </a:xfrm>
        </p:spPr>
        <p:txBody>
          <a:bodyPr>
            <a:normAutofit/>
          </a:bodyPr>
          <a:lstStyle/>
          <a:p>
            <a:r>
              <a:rPr lang="es-ES" dirty="0"/>
              <a:t>Operadores IN, BETWEEN, LIKE: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SELECT * FROM 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automoviles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WHERE 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marca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 IN ('seat','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audi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','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hyundai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','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toyota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’);</a:t>
            </a:r>
          </a:p>
          <a:p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6FB82C3-5D5B-B033-B79E-E5255FA9F38E}"/>
              </a:ext>
            </a:extLst>
          </p:cNvPr>
          <p:cNvSpPr txBox="1">
            <a:spLocks/>
          </p:cNvSpPr>
          <p:nvPr/>
        </p:nvSpPr>
        <p:spPr>
          <a:xfrm>
            <a:off x="6253217" y="2074216"/>
            <a:ext cx="5127088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SELECT * FROM 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contratos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WHERE 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fini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BETWEEN '2016-12-24' AND'2017-01-06’;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/>
              </a:solidFill>
              <a:latin typeface="Aptos ExtraBold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SELECT 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nombre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, 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apellidos,fnac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FROM 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clientes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WHERE 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fnac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 LIKE '%-01-%';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6465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5757C-D6DD-0BB9-07E2-5D63041D7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CONSULTAS SIMPLES: UNA SOLA TABLA.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D309F7-7B45-D624-4074-F84ADB86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3"/>
            <a:ext cx="5367510" cy="2147706"/>
          </a:xfrm>
        </p:spPr>
        <p:txBody>
          <a:bodyPr>
            <a:normAutofit/>
          </a:bodyPr>
          <a:lstStyle/>
          <a:p>
            <a:r>
              <a:rPr lang="es-ES" dirty="0"/>
              <a:t>Operador IS,  AND, OR</a:t>
            </a:r>
            <a:r>
              <a:rPr lang="es-ES"/>
              <a:t>,  NOT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SELECT 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numcontrato,matricula,kfin-kini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FROM 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contratos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WHERE </a:t>
            </a:r>
            <a:r>
              <a:rPr lang="en-U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ffin</a:t>
            </a:r>
            <a:r>
              <a:rPr lang="en-US" dirty="0">
                <a:solidFill>
                  <a:schemeClr val="accent1"/>
                </a:solidFill>
                <a:latin typeface="Aptos ExtraBold" panose="020B0004020202020204" pitchFamily="34" charset="0"/>
              </a:rPr>
              <a:t> IS NOT NULL;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1DA9BB4-D09B-FCA4-08A3-BA27209EE303}"/>
              </a:ext>
            </a:extLst>
          </p:cNvPr>
          <p:cNvSpPr txBox="1">
            <a:spLocks/>
          </p:cNvSpPr>
          <p:nvPr/>
        </p:nvSpPr>
        <p:spPr>
          <a:xfrm>
            <a:off x="2859933" y="3407387"/>
            <a:ext cx="8881352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/>
              </a:solidFill>
              <a:latin typeface="Aptos ExtraBold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ES" dirty="0">
              <a:solidFill>
                <a:schemeClr val="accent1"/>
              </a:solidFill>
              <a:latin typeface="Aptos ExtraBold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SELECT 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matricula,marca,modelo,precio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FROM </a:t>
            </a:r>
            <a:r>
              <a:rPr lang="es-ES" dirty="0" err="1">
                <a:solidFill>
                  <a:schemeClr val="accent1"/>
                </a:solidFill>
                <a:latin typeface="Aptos ExtraBold" panose="020B0004020202020204" pitchFamily="34" charset="0"/>
              </a:rPr>
              <a:t>automoviles</a:t>
            </a: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chemeClr val="accent1"/>
                </a:solidFill>
                <a:latin typeface="Aptos ExtraBold" panose="020B0004020202020204" pitchFamily="34" charset="0"/>
              </a:rPr>
              <a:t>WHERE (precio&gt;=80 AND precio &lt;=90) OR (precio&gt;=100 AND precio &lt;=120);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5628674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25</TotalTime>
  <Words>312</Words>
  <Application>Microsoft Office PowerPoint</Application>
  <PresentationFormat>Panorámica</PresentationFormat>
  <Paragraphs>52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 ExtraBold</vt:lpstr>
      <vt:lpstr>Arial</vt:lpstr>
      <vt:lpstr>Gill Sans MT</vt:lpstr>
      <vt:lpstr>Galería</vt:lpstr>
      <vt:lpstr>RESUMEN PARA CONSULTAS SIMPLES</vt:lpstr>
      <vt:lpstr>CONSULTAS SIMPLES: UNA SOLA TABLA.</vt:lpstr>
      <vt:lpstr>CONSULTAS SIMPLES: UNA SOLA TABLA.</vt:lpstr>
      <vt:lpstr>CONSULTAS SIMPLES: UNA SOLA TABLA.</vt:lpstr>
      <vt:lpstr>CONSULTAS SIMPLES: UNA SOLA TABLA.</vt:lpstr>
      <vt:lpstr>CONSULTAS SIMPLES: UNA SOLA TABLA.</vt:lpstr>
      <vt:lpstr>CONSULTAS SIMPLES: UNA SOLA TABLA.</vt:lpstr>
      <vt:lpstr>CONSULTAS SIMPLES: UNA SOLA TABLA.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PARA CONSULTAS SIMPLES</dc:title>
  <dc:creator>Nuria Celis Nieto</dc:creator>
  <cp:lastModifiedBy>Nuria Celis Nieto</cp:lastModifiedBy>
  <cp:revision>3</cp:revision>
  <dcterms:created xsi:type="dcterms:W3CDTF">2024-01-07T16:16:40Z</dcterms:created>
  <dcterms:modified xsi:type="dcterms:W3CDTF">2026-01-05T11:08:43Z</dcterms:modified>
</cp:coreProperties>
</file>