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4" r:id="rId8"/>
    <p:sldId id="265" r:id="rId9"/>
    <p:sldId id="268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715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B0F42F0-9ADC-4F9A-9C13-1864FD4A4ACD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72864BE-96EB-4306-A6D4-F953D6D6565A}">
      <dgm:prSet/>
      <dgm:spPr/>
      <dgm:t>
        <a:bodyPr/>
        <a:lstStyle/>
        <a:p>
          <a:pPr>
            <a:defRPr cap="all"/>
          </a:pPr>
          <a:r>
            <a:rPr lang="en-US"/>
            <a:t>• CREATE DATABASE nombre_bd;</a:t>
          </a:r>
        </a:p>
      </dgm:t>
    </dgm:pt>
    <dgm:pt modelId="{127D27AE-0A92-45B9-8BD9-BB79C92FB774}" type="parTrans" cxnId="{CF162C43-FD98-4BC4-AED8-B824B197BF07}">
      <dgm:prSet/>
      <dgm:spPr/>
      <dgm:t>
        <a:bodyPr/>
        <a:lstStyle/>
        <a:p>
          <a:endParaRPr lang="en-US"/>
        </a:p>
      </dgm:t>
    </dgm:pt>
    <dgm:pt modelId="{AB190780-565E-4C87-9144-263BC2E5BDB6}" type="sibTrans" cxnId="{CF162C43-FD98-4BC4-AED8-B824B197BF07}">
      <dgm:prSet/>
      <dgm:spPr/>
      <dgm:t>
        <a:bodyPr/>
        <a:lstStyle/>
        <a:p>
          <a:endParaRPr lang="en-US"/>
        </a:p>
      </dgm:t>
    </dgm:pt>
    <dgm:pt modelId="{75EFAE3A-CD5A-4CD9-B28C-60ED5446C671}">
      <dgm:prSet/>
      <dgm:spPr/>
      <dgm:t>
        <a:bodyPr/>
        <a:lstStyle/>
        <a:p>
          <a:pPr>
            <a:defRPr cap="all"/>
          </a:pPr>
          <a:r>
            <a:rPr lang="en-US"/>
            <a:t>• USE nombre_bd;</a:t>
          </a:r>
        </a:p>
      </dgm:t>
    </dgm:pt>
    <dgm:pt modelId="{D0C9A047-93E6-48A4-B457-8654DCC4CFD5}" type="parTrans" cxnId="{34580FCC-45E4-492A-9D8B-651966C47BDC}">
      <dgm:prSet/>
      <dgm:spPr/>
      <dgm:t>
        <a:bodyPr/>
        <a:lstStyle/>
        <a:p>
          <a:endParaRPr lang="en-US"/>
        </a:p>
      </dgm:t>
    </dgm:pt>
    <dgm:pt modelId="{129CA985-71B7-4FD9-859A-97562A2AEA4C}" type="sibTrans" cxnId="{34580FCC-45E4-492A-9D8B-651966C47BDC}">
      <dgm:prSet/>
      <dgm:spPr/>
      <dgm:t>
        <a:bodyPr/>
        <a:lstStyle/>
        <a:p>
          <a:endParaRPr lang="en-US"/>
        </a:p>
      </dgm:t>
    </dgm:pt>
    <dgm:pt modelId="{C0A78AB2-9AD4-42A0-BF6E-8CCD7CDF7074}" type="pres">
      <dgm:prSet presAssocID="{DB0F42F0-9ADC-4F9A-9C13-1864FD4A4ACD}" presName="root" presStyleCnt="0">
        <dgm:presLayoutVars>
          <dgm:dir/>
          <dgm:resizeHandles val="exact"/>
        </dgm:presLayoutVars>
      </dgm:prSet>
      <dgm:spPr/>
    </dgm:pt>
    <dgm:pt modelId="{FEE7BABE-41BF-4068-8534-3EE9E61A0B84}" type="pres">
      <dgm:prSet presAssocID="{D72864BE-96EB-4306-A6D4-F953D6D6565A}" presName="compNode" presStyleCnt="0"/>
      <dgm:spPr/>
    </dgm:pt>
    <dgm:pt modelId="{10F14310-82E0-46DC-8EC3-4D297A628C5E}" type="pres">
      <dgm:prSet presAssocID="{D72864BE-96EB-4306-A6D4-F953D6D6565A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94A299B8-9D09-445E-AE35-501595A3D561}" type="pres">
      <dgm:prSet presAssocID="{D72864BE-96EB-4306-A6D4-F953D6D6565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atos"/>
        </a:ext>
      </dgm:extLst>
    </dgm:pt>
    <dgm:pt modelId="{A5765EE0-5AE5-495D-939E-D081B43DD03A}" type="pres">
      <dgm:prSet presAssocID="{D72864BE-96EB-4306-A6D4-F953D6D6565A}" presName="spaceRect" presStyleCnt="0"/>
      <dgm:spPr/>
    </dgm:pt>
    <dgm:pt modelId="{421BF4E6-AE4F-48C0-A5DB-A743EAD58323}" type="pres">
      <dgm:prSet presAssocID="{D72864BE-96EB-4306-A6D4-F953D6D6565A}" presName="textRect" presStyleLbl="revTx" presStyleIdx="0" presStyleCnt="2">
        <dgm:presLayoutVars>
          <dgm:chMax val="1"/>
          <dgm:chPref val="1"/>
        </dgm:presLayoutVars>
      </dgm:prSet>
      <dgm:spPr/>
    </dgm:pt>
    <dgm:pt modelId="{E4D1C15A-E01E-40E8-A681-138DF5CAAC5B}" type="pres">
      <dgm:prSet presAssocID="{AB190780-565E-4C87-9144-263BC2E5BDB6}" presName="sibTrans" presStyleCnt="0"/>
      <dgm:spPr/>
    </dgm:pt>
    <dgm:pt modelId="{91A9B9BC-6ECA-4942-906B-66938D91C706}" type="pres">
      <dgm:prSet presAssocID="{75EFAE3A-CD5A-4CD9-B28C-60ED5446C671}" presName="compNode" presStyleCnt="0"/>
      <dgm:spPr/>
    </dgm:pt>
    <dgm:pt modelId="{341FA52A-C9F9-4AFF-9DD0-2C8B087281DC}" type="pres">
      <dgm:prSet presAssocID="{75EFAE3A-CD5A-4CD9-B28C-60ED5446C671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B57D5017-E711-48C0-92CA-88FC605F8400}" type="pres">
      <dgm:prSet presAssocID="{75EFAE3A-CD5A-4CD9-B28C-60ED5446C67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ápiz"/>
        </a:ext>
      </dgm:extLst>
    </dgm:pt>
    <dgm:pt modelId="{1A4AFDFE-2321-425F-9014-850DCD04C17A}" type="pres">
      <dgm:prSet presAssocID="{75EFAE3A-CD5A-4CD9-B28C-60ED5446C671}" presName="spaceRect" presStyleCnt="0"/>
      <dgm:spPr/>
    </dgm:pt>
    <dgm:pt modelId="{FE379497-28E7-4C70-A5A1-835F48E9D63A}" type="pres">
      <dgm:prSet presAssocID="{75EFAE3A-CD5A-4CD9-B28C-60ED5446C671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CF162C43-FD98-4BC4-AED8-B824B197BF07}" srcId="{DB0F42F0-9ADC-4F9A-9C13-1864FD4A4ACD}" destId="{D72864BE-96EB-4306-A6D4-F953D6D6565A}" srcOrd="0" destOrd="0" parTransId="{127D27AE-0A92-45B9-8BD9-BB79C92FB774}" sibTransId="{AB190780-565E-4C87-9144-263BC2E5BDB6}"/>
    <dgm:cxn modelId="{961F4856-F72F-42C6-9000-8E10B269675A}" type="presOf" srcId="{75EFAE3A-CD5A-4CD9-B28C-60ED5446C671}" destId="{FE379497-28E7-4C70-A5A1-835F48E9D63A}" srcOrd="0" destOrd="0" presId="urn:microsoft.com/office/officeart/2018/5/layout/IconLeafLabelList"/>
    <dgm:cxn modelId="{D38C0C7B-53CA-45FA-959B-07B495E1B732}" type="presOf" srcId="{DB0F42F0-9ADC-4F9A-9C13-1864FD4A4ACD}" destId="{C0A78AB2-9AD4-42A0-BF6E-8CCD7CDF7074}" srcOrd="0" destOrd="0" presId="urn:microsoft.com/office/officeart/2018/5/layout/IconLeafLabelList"/>
    <dgm:cxn modelId="{B3204980-65CE-44C7-A78F-DAADE8BF4385}" type="presOf" srcId="{D72864BE-96EB-4306-A6D4-F953D6D6565A}" destId="{421BF4E6-AE4F-48C0-A5DB-A743EAD58323}" srcOrd="0" destOrd="0" presId="urn:microsoft.com/office/officeart/2018/5/layout/IconLeafLabelList"/>
    <dgm:cxn modelId="{34580FCC-45E4-492A-9D8B-651966C47BDC}" srcId="{DB0F42F0-9ADC-4F9A-9C13-1864FD4A4ACD}" destId="{75EFAE3A-CD5A-4CD9-B28C-60ED5446C671}" srcOrd="1" destOrd="0" parTransId="{D0C9A047-93E6-48A4-B457-8654DCC4CFD5}" sibTransId="{129CA985-71B7-4FD9-859A-97562A2AEA4C}"/>
    <dgm:cxn modelId="{40C7B236-B7C6-451F-8169-98403003E78E}" type="presParOf" srcId="{C0A78AB2-9AD4-42A0-BF6E-8CCD7CDF7074}" destId="{FEE7BABE-41BF-4068-8534-3EE9E61A0B84}" srcOrd="0" destOrd="0" presId="urn:microsoft.com/office/officeart/2018/5/layout/IconLeafLabelList"/>
    <dgm:cxn modelId="{B482C74B-146C-4667-B903-779A1EDD376C}" type="presParOf" srcId="{FEE7BABE-41BF-4068-8534-3EE9E61A0B84}" destId="{10F14310-82E0-46DC-8EC3-4D297A628C5E}" srcOrd="0" destOrd="0" presId="urn:microsoft.com/office/officeart/2018/5/layout/IconLeafLabelList"/>
    <dgm:cxn modelId="{5A657E7E-020D-46AD-8584-E4C4CFCD8B06}" type="presParOf" srcId="{FEE7BABE-41BF-4068-8534-3EE9E61A0B84}" destId="{94A299B8-9D09-445E-AE35-501595A3D561}" srcOrd="1" destOrd="0" presId="urn:microsoft.com/office/officeart/2018/5/layout/IconLeafLabelList"/>
    <dgm:cxn modelId="{86BCA22A-7009-4FF4-B3C4-49FECDF0E00E}" type="presParOf" srcId="{FEE7BABE-41BF-4068-8534-3EE9E61A0B84}" destId="{A5765EE0-5AE5-495D-939E-D081B43DD03A}" srcOrd="2" destOrd="0" presId="urn:microsoft.com/office/officeart/2018/5/layout/IconLeafLabelList"/>
    <dgm:cxn modelId="{ABB98728-41B8-4E9F-926E-F4D34F78FDD7}" type="presParOf" srcId="{FEE7BABE-41BF-4068-8534-3EE9E61A0B84}" destId="{421BF4E6-AE4F-48C0-A5DB-A743EAD58323}" srcOrd="3" destOrd="0" presId="urn:microsoft.com/office/officeart/2018/5/layout/IconLeafLabelList"/>
    <dgm:cxn modelId="{B9AC34D7-B5B8-424D-9D8D-309ADB99F372}" type="presParOf" srcId="{C0A78AB2-9AD4-42A0-BF6E-8CCD7CDF7074}" destId="{E4D1C15A-E01E-40E8-A681-138DF5CAAC5B}" srcOrd="1" destOrd="0" presId="urn:microsoft.com/office/officeart/2018/5/layout/IconLeafLabelList"/>
    <dgm:cxn modelId="{787650A7-83E7-4D78-A7E1-E3D7AEFA8584}" type="presParOf" srcId="{C0A78AB2-9AD4-42A0-BF6E-8CCD7CDF7074}" destId="{91A9B9BC-6ECA-4942-906B-66938D91C706}" srcOrd="2" destOrd="0" presId="urn:microsoft.com/office/officeart/2018/5/layout/IconLeafLabelList"/>
    <dgm:cxn modelId="{700D64A4-96B2-4B0E-8178-6FBBC09A34D5}" type="presParOf" srcId="{91A9B9BC-6ECA-4942-906B-66938D91C706}" destId="{341FA52A-C9F9-4AFF-9DD0-2C8B087281DC}" srcOrd="0" destOrd="0" presId="urn:microsoft.com/office/officeart/2018/5/layout/IconLeafLabelList"/>
    <dgm:cxn modelId="{339D3137-A569-4B87-B5B9-AA95F4E4E568}" type="presParOf" srcId="{91A9B9BC-6ECA-4942-906B-66938D91C706}" destId="{B57D5017-E711-48C0-92CA-88FC605F8400}" srcOrd="1" destOrd="0" presId="urn:microsoft.com/office/officeart/2018/5/layout/IconLeafLabelList"/>
    <dgm:cxn modelId="{6BE8194A-6962-474D-9F20-5D7A1DCBDDF0}" type="presParOf" srcId="{91A9B9BC-6ECA-4942-906B-66938D91C706}" destId="{1A4AFDFE-2321-425F-9014-850DCD04C17A}" srcOrd="2" destOrd="0" presId="urn:microsoft.com/office/officeart/2018/5/layout/IconLeafLabelList"/>
    <dgm:cxn modelId="{DBBA2415-7117-4CE1-9392-FA04B64EE226}" type="presParOf" srcId="{91A9B9BC-6ECA-4942-906B-66938D91C706}" destId="{FE379497-28E7-4C70-A5A1-835F48E9D63A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C5DD85F-7376-423D-A8EA-8E34F9E488B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28F85B3-88BE-4DA8-95D1-F0D82D98335A}">
      <dgm:prSet/>
      <dgm:spPr/>
      <dgm:t>
        <a:bodyPr/>
        <a:lstStyle/>
        <a:p>
          <a:r>
            <a:rPr lang="en-US" dirty="0"/>
            <a:t>• </a:t>
          </a:r>
          <a:r>
            <a:rPr lang="en-US" dirty="0" err="1"/>
            <a:t>Sintáxis</a:t>
          </a:r>
          <a:r>
            <a:rPr lang="en-US" dirty="0"/>
            <a:t> general</a:t>
          </a:r>
        </a:p>
      </dgm:t>
    </dgm:pt>
    <dgm:pt modelId="{CC9CFF49-F97E-4E6E-8A4B-9FB43E225488}" type="parTrans" cxnId="{EC5B875F-D6C4-44FB-85D1-D2E9ADEAA3B6}">
      <dgm:prSet/>
      <dgm:spPr/>
      <dgm:t>
        <a:bodyPr/>
        <a:lstStyle/>
        <a:p>
          <a:endParaRPr lang="en-US"/>
        </a:p>
      </dgm:t>
    </dgm:pt>
    <dgm:pt modelId="{4F6477F2-380C-4206-AA6A-18520BF33347}" type="sibTrans" cxnId="{EC5B875F-D6C4-44FB-85D1-D2E9ADEAA3B6}">
      <dgm:prSet/>
      <dgm:spPr/>
      <dgm:t>
        <a:bodyPr/>
        <a:lstStyle/>
        <a:p>
          <a:endParaRPr lang="en-US"/>
        </a:p>
      </dgm:t>
    </dgm:pt>
    <dgm:pt modelId="{5B921E04-3FD5-4846-BFCE-F01FE4A07474}">
      <dgm:prSet/>
      <dgm:spPr/>
      <dgm:t>
        <a:bodyPr/>
        <a:lstStyle/>
        <a:p>
          <a:r>
            <a:rPr lang="en-US" dirty="0"/>
            <a:t>CREATE TABLE </a:t>
          </a:r>
          <a:r>
            <a:rPr lang="en-US" dirty="0" err="1"/>
            <a:t>nombre_tabla</a:t>
          </a:r>
          <a:r>
            <a:rPr lang="en-US" dirty="0"/>
            <a:t> (</a:t>
          </a:r>
        </a:p>
      </dgm:t>
    </dgm:pt>
    <dgm:pt modelId="{92F7257A-0705-471D-8D77-80E6C3DAB3FC}" type="parTrans" cxnId="{B8AD66D3-759F-48C0-8721-6059A7874FC7}">
      <dgm:prSet/>
      <dgm:spPr/>
      <dgm:t>
        <a:bodyPr/>
        <a:lstStyle/>
        <a:p>
          <a:endParaRPr lang="en-US"/>
        </a:p>
      </dgm:t>
    </dgm:pt>
    <dgm:pt modelId="{0B1E3E46-B59E-4487-BF5C-9B0DE73C02AA}" type="sibTrans" cxnId="{B8AD66D3-759F-48C0-8721-6059A7874FC7}">
      <dgm:prSet/>
      <dgm:spPr/>
      <dgm:t>
        <a:bodyPr/>
        <a:lstStyle/>
        <a:p>
          <a:endParaRPr lang="en-US"/>
        </a:p>
      </dgm:t>
    </dgm:pt>
    <dgm:pt modelId="{B67EB8ED-DC41-414D-8808-7CB5F3026CCE}">
      <dgm:prSet/>
      <dgm:spPr/>
      <dgm:t>
        <a:bodyPr/>
        <a:lstStyle/>
        <a:p>
          <a:r>
            <a:rPr lang="es-ES"/>
            <a:t>nombre_campo tipo_dato,</a:t>
          </a:r>
          <a:endParaRPr lang="en-US"/>
        </a:p>
      </dgm:t>
    </dgm:pt>
    <dgm:pt modelId="{73D71810-E2A4-4386-8091-DC7048C1DBEE}" type="parTrans" cxnId="{8CE12561-28F2-44B6-A0A2-B5A3A5D65952}">
      <dgm:prSet/>
      <dgm:spPr/>
      <dgm:t>
        <a:bodyPr/>
        <a:lstStyle/>
        <a:p>
          <a:endParaRPr lang="en-US"/>
        </a:p>
      </dgm:t>
    </dgm:pt>
    <dgm:pt modelId="{BCBB48A4-4BE6-4CB3-A1E8-BBFDC07BDF22}" type="sibTrans" cxnId="{8CE12561-28F2-44B6-A0A2-B5A3A5D65952}">
      <dgm:prSet/>
      <dgm:spPr/>
      <dgm:t>
        <a:bodyPr/>
        <a:lstStyle/>
        <a:p>
          <a:endParaRPr lang="en-US"/>
        </a:p>
      </dgm:t>
    </dgm:pt>
    <dgm:pt modelId="{E7B89DBB-8255-427E-8C76-87ACBAB7D153}">
      <dgm:prSet/>
      <dgm:spPr/>
      <dgm:t>
        <a:bodyPr/>
        <a:lstStyle/>
        <a:p>
          <a:r>
            <a:rPr lang="es-ES"/>
            <a:t>creación_indices</a:t>
          </a:r>
          <a:r>
            <a:rPr lang="en-US"/>
            <a:t>);</a:t>
          </a:r>
        </a:p>
      </dgm:t>
    </dgm:pt>
    <dgm:pt modelId="{6D45BE48-0167-44F0-951E-AC914C9B6200}" type="parTrans" cxnId="{2287EC59-7A8D-4364-84B2-FEB71BE2F16A}">
      <dgm:prSet/>
      <dgm:spPr/>
      <dgm:t>
        <a:bodyPr/>
        <a:lstStyle/>
        <a:p>
          <a:endParaRPr lang="en-US"/>
        </a:p>
      </dgm:t>
    </dgm:pt>
    <dgm:pt modelId="{578735A0-D0D1-4B17-8A34-6973E5F02894}" type="sibTrans" cxnId="{2287EC59-7A8D-4364-84B2-FEB71BE2F16A}">
      <dgm:prSet/>
      <dgm:spPr/>
      <dgm:t>
        <a:bodyPr/>
        <a:lstStyle/>
        <a:p>
          <a:endParaRPr lang="en-US"/>
        </a:p>
      </dgm:t>
    </dgm:pt>
    <dgm:pt modelId="{6211E6BB-4657-44C3-8473-DFADE12A0049}">
      <dgm:prSet/>
      <dgm:spPr/>
      <dgm:t>
        <a:bodyPr/>
        <a:lstStyle/>
        <a:p>
          <a:r>
            <a:rPr lang="es-ES"/>
            <a:t>La creación de índices puede ser:</a:t>
          </a:r>
          <a:endParaRPr lang="en-US"/>
        </a:p>
      </dgm:t>
    </dgm:pt>
    <dgm:pt modelId="{9D0D11F7-3D4C-45FA-AF22-177BEBF46710}" type="parTrans" cxnId="{14A0A8D5-5EFD-4583-A0FC-9B8BB603ECF9}">
      <dgm:prSet/>
      <dgm:spPr/>
      <dgm:t>
        <a:bodyPr/>
        <a:lstStyle/>
        <a:p>
          <a:endParaRPr lang="en-US"/>
        </a:p>
      </dgm:t>
    </dgm:pt>
    <dgm:pt modelId="{C4019A93-24BB-415D-B3CF-36CC7BF706C5}" type="sibTrans" cxnId="{14A0A8D5-5EFD-4583-A0FC-9B8BB603ECF9}">
      <dgm:prSet/>
      <dgm:spPr/>
      <dgm:t>
        <a:bodyPr/>
        <a:lstStyle/>
        <a:p>
          <a:endParaRPr lang="en-US"/>
        </a:p>
      </dgm:t>
    </dgm:pt>
    <dgm:pt modelId="{38CA11D9-E0DE-4AF4-8E19-EDD2FB75C69D}">
      <dgm:prSet/>
      <dgm:spPr/>
      <dgm:t>
        <a:bodyPr/>
        <a:lstStyle/>
        <a:p>
          <a:r>
            <a:rPr lang="es-ES"/>
            <a:t>Primary key(nombre_campo)</a:t>
          </a:r>
          <a:endParaRPr lang="en-US"/>
        </a:p>
      </dgm:t>
    </dgm:pt>
    <dgm:pt modelId="{78F35CD1-F7C4-44ED-9C1E-8E7DA1CB6870}" type="parTrans" cxnId="{64114569-C69B-48E7-8C1F-BB714798FB90}">
      <dgm:prSet/>
      <dgm:spPr/>
      <dgm:t>
        <a:bodyPr/>
        <a:lstStyle/>
        <a:p>
          <a:endParaRPr lang="en-US"/>
        </a:p>
      </dgm:t>
    </dgm:pt>
    <dgm:pt modelId="{09A4B9DF-474B-455D-94AF-82C3D5384C17}" type="sibTrans" cxnId="{64114569-C69B-48E7-8C1F-BB714798FB90}">
      <dgm:prSet/>
      <dgm:spPr/>
      <dgm:t>
        <a:bodyPr/>
        <a:lstStyle/>
        <a:p>
          <a:endParaRPr lang="en-US"/>
        </a:p>
      </dgm:t>
    </dgm:pt>
    <dgm:pt modelId="{91DB9C3E-D104-4CCC-8751-C10E165EAF83}">
      <dgm:prSet/>
      <dgm:spPr/>
      <dgm:t>
        <a:bodyPr/>
        <a:lstStyle/>
        <a:p>
          <a:r>
            <a:rPr lang="es-ES"/>
            <a:t>Constraint nombreRestricción foreign key(clave ajena) references tabla(Clave principal) on delete cascade on update cascade</a:t>
          </a:r>
          <a:endParaRPr lang="en-US"/>
        </a:p>
      </dgm:t>
    </dgm:pt>
    <dgm:pt modelId="{8453C548-DB73-4FB5-B839-94BCA310518F}" type="parTrans" cxnId="{3DCB04A5-A582-4078-B7A5-E6C1ED411F38}">
      <dgm:prSet/>
      <dgm:spPr/>
      <dgm:t>
        <a:bodyPr/>
        <a:lstStyle/>
        <a:p>
          <a:endParaRPr lang="en-US"/>
        </a:p>
      </dgm:t>
    </dgm:pt>
    <dgm:pt modelId="{52E9A42B-9307-4BB1-BE67-58AF1106F5B9}" type="sibTrans" cxnId="{3DCB04A5-A582-4078-B7A5-E6C1ED411F38}">
      <dgm:prSet/>
      <dgm:spPr/>
      <dgm:t>
        <a:bodyPr/>
        <a:lstStyle/>
        <a:p>
          <a:endParaRPr lang="en-US"/>
        </a:p>
      </dgm:t>
    </dgm:pt>
    <dgm:pt modelId="{B773DC92-1395-42CC-9DEC-DC2533BD3791}">
      <dgm:prSet/>
      <dgm:spPr/>
      <dgm:t>
        <a:bodyPr/>
        <a:lstStyle/>
        <a:p>
          <a:r>
            <a:rPr lang="es-ES"/>
            <a:t>Unique(nombre_campo)</a:t>
          </a:r>
          <a:endParaRPr lang="en-US"/>
        </a:p>
      </dgm:t>
    </dgm:pt>
    <dgm:pt modelId="{FFC1CE56-F78C-4EB7-AF85-3DC337189404}" type="parTrans" cxnId="{CFB11A03-3EEB-4567-823B-0A2E4378E867}">
      <dgm:prSet/>
      <dgm:spPr/>
      <dgm:t>
        <a:bodyPr/>
        <a:lstStyle/>
        <a:p>
          <a:endParaRPr lang="en-US"/>
        </a:p>
      </dgm:t>
    </dgm:pt>
    <dgm:pt modelId="{6B3F74BB-58AD-4735-ACD3-1076CE6EB366}" type="sibTrans" cxnId="{CFB11A03-3EEB-4567-823B-0A2E4378E867}">
      <dgm:prSet/>
      <dgm:spPr/>
      <dgm:t>
        <a:bodyPr/>
        <a:lstStyle/>
        <a:p>
          <a:endParaRPr lang="en-US"/>
        </a:p>
      </dgm:t>
    </dgm:pt>
    <dgm:pt modelId="{ECC5293E-D743-48BF-A582-2C0896948614}">
      <dgm:prSet/>
      <dgm:spPr/>
      <dgm:t>
        <a:bodyPr/>
        <a:lstStyle/>
        <a:p>
          <a:r>
            <a:rPr lang="es-ES"/>
            <a:t>Index(nombre_campo)</a:t>
          </a:r>
          <a:endParaRPr lang="en-US"/>
        </a:p>
      </dgm:t>
    </dgm:pt>
    <dgm:pt modelId="{31A73587-DBA9-43E0-BB57-2914D721EA64}" type="parTrans" cxnId="{7639B29E-551C-4BF2-832A-9B6B5D7C79FF}">
      <dgm:prSet/>
      <dgm:spPr/>
      <dgm:t>
        <a:bodyPr/>
        <a:lstStyle/>
        <a:p>
          <a:endParaRPr lang="en-US"/>
        </a:p>
      </dgm:t>
    </dgm:pt>
    <dgm:pt modelId="{D9288FF8-2A58-4E2D-B41F-77DAF1D164D0}" type="sibTrans" cxnId="{7639B29E-551C-4BF2-832A-9B6B5D7C79FF}">
      <dgm:prSet/>
      <dgm:spPr/>
      <dgm:t>
        <a:bodyPr/>
        <a:lstStyle/>
        <a:p>
          <a:endParaRPr lang="en-US"/>
        </a:p>
      </dgm:t>
    </dgm:pt>
    <dgm:pt modelId="{A9753ABD-F094-470B-9EF1-FEACD0AAA524}">
      <dgm:prSet/>
      <dgm:spPr/>
      <dgm:t>
        <a:bodyPr/>
        <a:lstStyle/>
        <a:p>
          <a:r>
            <a:rPr lang="es-ES"/>
            <a:t>nombre_campo tipo_dato,</a:t>
          </a:r>
          <a:endParaRPr lang="en-US" dirty="0"/>
        </a:p>
      </dgm:t>
    </dgm:pt>
    <dgm:pt modelId="{006825F2-C770-4CE7-AF94-1C298369B7F3}" type="parTrans" cxnId="{952D0FA5-8E1B-4F14-9B53-26154BDCC284}">
      <dgm:prSet/>
      <dgm:spPr/>
      <dgm:t>
        <a:bodyPr/>
        <a:lstStyle/>
        <a:p>
          <a:endParaRPr lang="es-ES"/>
        </a:p>
      </dgm:t>
    </dgm:pt>
    <dgm:pt modelId="{276726C1-A98F-40D5-8BC5-8B59C260A1D4}" type="sibTrans" cxnId="{952D0FA5-8E1B-4F14-9B53-26154BDCC284}">
      <dgm:prSet/>
      <dgm:spPr/>
      <dgm:t>
        <a:bodyPr/>
        <a:lstStyle/>
        <a:p>
          <a:endParaRPr lang="es-ES"/>
        </a:p>
      </dgm:t>
    </dgm:pt>
    <dgm:pt modelId="{4660AFB3-B802-4D94-A1E0-D6A36A347B4D}" type="pres">
      <dgm:prSet presAssocID="{8C5DD85F-7376-423D-A8EA-8E34F9E488B3}" presName="linear" presStyleCnt="0">
        <dgm:presLayoutVars>
          <dgm:animLvl val="lvl"/>
          <dgm:resizeHandles val="exact"/>
        </dgm:presLayoutVars>
      </dgm:prSet>
      <dgm:spPr/>
    </dgm:pt>
    <dgm:pt modelId="{F8D149CC-94BA-42BB-AB18-D6C4D1A8D00A}" type="pres">
      <dgm:prSet presAssocID="{828F85B3-88BE-4DA8-95D1-F0D82D98335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5881B19-E8F3-42E0-8701-E0C2354F08B5}" type="pres">
      <dgm:prSet presAssocID="{828F85B3-88BE-4DA8-95D1-F0D82D98335A}" presName="childText" presStyleLbl="revTx" presStyleIdx="0" presStyleCnt="2">
        <dgm:presLayoutVars>
          <dgm:bulletEnabled val="1"/>
        </dgm:presLayoutVars>
      </dgm:prSet>
      <dgm:spPr/>
    </dgm:pt>
    <dgm:pt modelId="{2317ECEA-2C19-47F7-8523-5FFA5EB2E343}" type="pres">
      <dgm:prSet presAssocID="{6211E6BB-4657-44C3-8473-DFADE12A0049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3A982B5-EFED-419B-9071-7C016AFBDBE0}" type="pres">
      <dgm:prSet presAssocID="{6211E6BB-4657-44C3-8473-DFADE12A0049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CFB11A03-3EEB-4567-823B-0A2E4378E867}" srcId="{6211E6BB-4657-44C3-8473-DFADE12A0049}" destId="{B773DC92-1395-42CC-9DEC-DC2533BD3791}" srcOrd="2" destOrd="0" parTransId="{FFC1CE56-F78C-4EB7-AF85-3DC337189404}" sibTransId="{6B3F74BB-58AD-4735-ACD3-1076CE6EB366}"/>
    <dgm:cxn modelId="{C544253E-4053-40BD-AEB9-A19EC11519A2}" type="presOf" srcId="{A9753ABD-F094-470B-9EF1-FEACD0AAA524}" destId="{65881B19-E8F3-42E0-8701-E0C2354F08B5}" srcOrd="0" destOrd="1" presId="urn:microsoft.com/office/officeart/2005/8/layout/vList2"/>
    <dgm:cxn modelId="{EC5B875F-D6C4-44FB-85D1-D2E9ADEAA3B6}" srcId="{8C5DD85F-7376-423D-A8EA-8E34F9E488B3}" destId="{828F85B3-88BE-4DA8-95D1-F0D82D98335A}" srcOrd="0" destOrd="0" parTransId="{CC9CFF49-F97E-4E6E-8A4B-9FB43E225488}" sibTransId="{4F6477F2-380C-4206-AA6A-18520BF33347}"/>
    <dgm:cxn modelId="{8CE12561-28F2-44B6-A0A2-B5A3A5D65952}" srcId="{828F85B3-88BE-4DA8-95D1-F0D82D98335A}" destId="{B67EB8ED-DC41-414D-8808-7CB5F3026CCE}" srcOrd="2" destOrd="0" parTransId="{73D71810-E2A4-4386-8091-DC7048C1DBEE}" sibTransId="{BCBB48A4-4BE6-4CB3-A1E8-BBFDC07BDF22}"/>
    <dgm:cxn modelId="{60259A42-BE23-4B04-A9C1-863743BE614F}" type="presOf" srcId="{8C5DD85F-7376-423D-A8EA-8E34F9E488B3}" destId="{4660AFB3-B802-4D94-A1E0-D6A36A347B4D}" srcOrd="0" destOrd="0" presId="urn:microsoft.com/office/officeart/2005/8/layout/vList2"/>
    <dgm:cxn modelId="{9DEC2046-85F9-47F3-A7CB-02012D107406}" type="presOf" srcId="{B67EB8ED-DC41-414D-8808-7CB5F3026CCE}" destId="{65881B19-E8F3-42E0-8701-E0C2354F08B5}" srcOrd="0" destOrd="2" presId="urn:microsoft.com/office/officeart/2005/8/layout/vList2"/>
    <dgm:cxn modelId="{64114569-C69B-48E7-8C1F-BB714798FB90}" srcId="{6211E6BB-4657-44C3-8473-DFADE12A0049}" destId="{38CA11D9-E0DE-4AF4-8E19-EDD2FB75C69D}" srcOrd="0" destOrd="0" parTransId="{78F35CD1-F7C4-44ED-9C1E-8E7DA1CB6870}" sibTransId="{09A4B9DF-474B-455D-94AF-82C3D5384C17}"/>
    <dgm:cxn modelId="{2287EC59-7A8D-4364-84B2-FEB71BE2F16A}" srcId="{828F85B3-88BE-4DA8-95D1-F0D82D98335A}" destId="{E7B89DBB-8255-427E-8C76-87ACBAB7D153}" srcOrd="3" destOrd="0" parTransId="{6D45BE48-0167-44F0-951E-AC914C9B6200}" sibTransId="{578735A0-D0D1-4B17-8A34-6973E5F02894}"/>
    <dgm:cxn modelId="{545CD889-3003-49ED-8BAF-8E27FA1FD776}" type="presOf" srcId="{828F85B3-88BE-4DA8-95D1-F0D82D98335A}" destId="{F8D149CC-94BA-42BB-AB18-D6C4D1A8D00A}" srcOrd="0" destOrd="0" presId="urn:microsoft.com/office/officeart/2005/8/layout/vList2"/>
    <dgm:cxn modelId="{0E8A4098-33D6-44EC-BD7B-738688B5558B}" type="presOf" srcId="{5B921E04-3FD5-4846-BFCE-F01FE4A07474}" destId="{65881B19-E8F3-42E0-8701-E0C2354F08B5}" srcOrd="0" destOrd="0" presId="urn:microsoft.com/office/officeart/2005/8/layout/vList2"/>
    <dgm:cxn modelId="{7639B29E-551C-4BF2-832A-9B6B5D7C79FF}" srcId="{6211E6BB-4657-44C3-8473-DFADE12A0049}" destId="{ECC5293E-D743-48BF-A582-2C0896948614}" srcOrd="3" destOrd="0" parTransId="{31A73587-DBA9-43E0-BB57-2914D721EA64}" sibTransId="{D9288FF8-2A58-4E2D-B41F-77DAF1D164D0}"/>
    <dgm:cxn modelId="{3DCB04A5-A582-4078-B7A5-E6C1ED411F38}" srcId="{6211E6BB-4657-44C3-8473-DFADE12A0049}" destId="{91DB9C3E-D104-4CCC-8751-C10E165EAF83}" srcOrd="1" destOrd="0" parTransId="{8453C548-DB73-4FB5-B839-94BCA310518F}" sibTransId="{52E9A42B-9307-4BB1-BE67-58AF1106F5B9}"/>
    <dgm:cxn modelId="{952D0FA5-8E1B-4F14-9B53-26154BDCC284}" srcId="{828F85B3-88BE-4DA8-95D1-F0D82D98335A}" destId="{A9753ABD-F094-470B-9EF1-FEACD0AAA524}" srcOrd="1" destOrd="0" parTransId="{006825F2-C770-4CE7-AF94-1C298369B7F3}" sibTransId="{276726C1-A98F-40D5-8BC5-8B59C260A1D4}"/>
    <dgm:cxn modelId="{07ACA5A6-B6C8-4AD3-B680-8A96F3818F3B}" type="presOf" srcId="{E7B89DBB-8255-427E-8C76-87ACBAB7D153}" destId="{65881B19-E8F3-42E0-8701-E0C2354F08B5}" srcOrd="0" destOrd="3" presId="urn:microsoft.com/office/officeart/2005/8/layout/vList2"/>
    <dgm:cxn modelId="{7D873CBD-C688-45B1-85E3-D0C5B7A4D989}" type="presOf" srcId="{6211E6BB-4657-44C3-8473-DFADE12A0049}" destId="{2317ECEA-2C19-47F7-8523-5FFA5EB2E343}" srcOrd="0" destOrd="0" presId="urn:microsoft.com/office/officeart/2005/8/layout/vList2"/>
    <dgm:cxn modelId="{9F4904C3-D17A-4B05-B2B0-2794E34C27EF}" type="presOf" srcId="{38CA11D9-E0DE-4AF4-8E19-EDD2FB75C69D}" destId="{43A982B5-EFED-419B-9071-7C016AFBDBE0}" srcOrd="0" destOrd="0" presId="urn:microsoft.com/office/officeart/2005/8/layout/vList2"/>
    <dgm:cxn modelId="{FF9546CE-703D-46BD-B515-C8476D670599}" type="presOf" srcId="{B773DC92-1395-42CC-9DEC-DC2533BD3791}" destId="{43A982B5-EFED-419B-9071-7C016AFBDBE0}" srcOrd="0" destOrd="2" presId="urn:microsoft.com/office/officeart/2005/8/layout/vList2"/>
    <dgm:cxn modelId="{B8AD66D3-759F-48C0-8721-6059A7874FC7}" srcId="{828F85B3-88BE-4DA8-95D1-F0D82D98335A}" destId="{5B921E04-3FD5-4846-BFCE-F01FE4A07474}" srcOrd="0" destOrd="0" parTransId="{92F7257A-0705-471D-8D77-80E6C3DAB3FC}" sibTransId="{0B1E3E46-B59E-4487-BF5C-9B0DE73C02AA}"/>
    <dgm:cxn modelId="{14A0A8D5-5EFD-4583-A0FC-9B8BB603ECF9}" srcId="{8C5DD85F-7376-423D-A8EA-8E34F9E488B3}" destId="{6211E6BB-4657-44C3-8473-DFADE12A0049}" srcOrd="1" destOrd="0" parTransId="{9D0D11F7-3D4C-45FA-AF22-177BEBF46710}" sibTransId="{C4019A93-24BB-415D-B3CF-36CC7BF706C5}"/>
    <dgm:cxn modelId="{32E1EEDF-D1F7-4AA2-89BD-5C8463546536}" type="presOf" srcId="{ECC5293E-D743-48BF-A582-2C0896948614}" destId="{43A982B5-EFED-419B-9071-7C016AFBDBE0}" srcOrd="0" destOrd="3" presId="urn:microsoft.com/office/officeart/2005/8/layout/vList2"/>
    <dgm:cxn modelId="{BE78A0FE-CE05-4F44-B8C3-B3225B6121FD}" type="presOf" srcId="{91DB9C3E-D104-4CCC-8751-C10E165EAF83}" destId="{43A982B5-EFED-419B-9071-7C016AFBDBE0}" srcOrd="0" destOrd="1" presId="urn:microsoft.com/office/officeart/2005/8/layout/vList2"/>
    <dgm:cxn modelId="{2EA630C6-9FD1-4ED7-B81A-8C4C89249A6D}" type="presParOf" srcId="{4660AFB3-B802-4D94-A1E0-D6A36A347B4D}" destId="{F8D149CC-94BA-42BB-AB18-D6C4D1A8D00A}" srcOrd="0" destOrd="0" presId="urn:microsoft.com/office/officeart/2005/8/layout/vList2"/>
    <dgm:cxn modelId="{6BC50703-5EB4-4C6A-8708-00637ACD35CF}" type="presParOf" srcId="{4660AFB3-B802-4D94-A1E0-D6A36A347B4D}" destId="{65881B19-E8F3-42E0-8701-E0C2354F08B5}" srcOrd="1" destOrd="0" presId="urn:microsoft.com/office/officeart/2005/8/layout/vList2"/>
    <dgm:cxn modelId="{86649505-6949-44FC-857B-6CA356A38824}" type="presParOf" srcId="{4660AFB3-B802-4D94-A1E0-D6A36A347B4D}" destId="{2317ECEA-2C19-47F7-8523-5FFA5EB2E343}" srcOrd="2" destOrd="0" presId="urn:microsoft.com/office/officeart/2005/8/layout/vList2"/>
    <dgm:cxn modelId="{F06D718C-8CDA-4DA3-B3CA-7D0687A1614A}" type="presParOf" srcId="{4660AFB3-B802-4D94-A1E0-D6A36A347B4D}" destId="{43A982B5-EFED-419B-9071-7C016AFBDBE0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EC82129-C6BB-4EBA-AFEC-BAB7B3F98F5F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9FD2847-047D-4964-AF55-FF7D838A5394}">
      <dgm:prSet/>
      <dgm:spPr/>
      <dgm:t>
        <a:bodyPr/>
        <a:lstStyle/>
        <a:p>
          <a:r>
            <a:rPr lang="es-ES"/>
            <a:t>Agregar columnas:</a:t>
          </a:r>
          <a:endParaRPr lang="en-US"/>
        </a:p>
      </dgm:t>
    </dgm:pt>
    <dgm:pt modelId="{B886CBE2-BB28-4FE2-830A-5FD73E298C73}" type="parTrans" cxnId="{AE10A6C4-466E-4100-BE88-2243866B29FD}">
      <dgm:prSet/>
      <dgm:spPr/>
      <dgm:t>
        <a:bodyPr/>
        <a:lstStyle/>
        <a:p>
          <a:endParaRPr lang="en-US"/>
        </a:p>
      </dgm:t>
    </dgm:pt>
    <dgm:pt modelId="{7620A806-16EA-4734-874E-25D57DE57A35}" type="sibTrans" cxnId="{AE10A6C4-466E-4100-BE88-2243866B29FD}">
      <dgm:prSet/>
      <dgm:spPr/>
      <dgm:t>
        <a:bodyPr/>
        <a:lstStyle/>
        <a:p>
          <a:endParaRPr lang="en-US"/>
        </a:p>
      </dgm:t>
    </dgm:pt>
    <dgm:pt modelId="{6E52A6FD-F808-42FD-970A-E6B79917C479}">
      <dgm:prSet/>
      <dgm:spPr/>
      <dgm:t>
        <a:bodyPr/>
        <a:lstStyle/>
        <a:p>
          <a:r>
            <a:rPr lang="en-US"/>
            <a:t>ALTER TABLE productos ADD COLUMN precio INT;</a:t>
          </a:r>
        </a:p>
      </dgm:t>
    </dgm:pt>
    <dgm:pt modelId="{87EB02EE-E73F-49E6-9765-4E0D1F8D038B}" type="parTrans" cxnId="{C3B08968-F7D6-4B1E-807A-63AB437CE9DF}">
      <dgm:prSet/>
      <dgm:spPr/>
      <dgm:t>
        <a:bodyPr/>
        <a:lstStyle/>
        <a:p>
          <a:endParaRPr lang="en-US"/>
        </a:p>
      </dgm:t>
    </dgm:pt>
    <dgm:pt modelId="{21712A11-BDD4-49A6-982F-DC2C13FDAF16}" type="sibTrans" cxnId="{C3B08968-F7D6-4B1E-807A-63AB437CE9DF}">
      <dgm:prSet/>
      <dgm:spPr/>
      <dgm:t>
        <a:bodyPr/>
        <a:lstStyle/>
        <a:p>
          <a:endParaRPr lang="en-US"/>
        </a:p>
      </dgm:t>
    </dgm:pt>
    <dgm:pt modelId="{31A88234-78B2-4712-822E-4B0456A00B67}">
      <dgm:prSet/>
      <dgm:spPr/>
      <dgm:t>
        <a:bodyPr/>
        <a:lstStyle/>
        <a:p>
          <a:r>
            <a:rPr lang="es-ES"/>
            <a:t>Modificar columnas:</a:t>
          </a:r>
          <a:endParaRPr lang="en-US"/>
        </a:p>
      </dgm:t>
    </dgm:pt>
    <dgm:pt modelId="{AF058645-3B9C-4C7D-AF98-C9453CB1CACD}" type="parTrans" cxnId="{8B7E8C03-A7E8-40B8-8ED0-AFC7811CDF7E}">
      <dgm:prSet/>
      <dgm:spPr/>
      <dgm:t>
        <a:bodyPr/>
        <a:lstStyle/>
        <a:p>
          <a:endParaRPr lang="en-US"/>
        </a:p>
      </dgm:t>
    </dgm:pt>
    <dgm:pt modelId="{AAB2D8FC-F42D-470C-938F-6850EC73769F}" type="sibTrans" cxnId="{8B7E8C03-A7E8-40B8-8ED0-AFC7811CDF7E}">
      <dgm:prSet/>
      <dgm:spPr/>
      <dgm:t>
        <a:bodyPr/>
        <a:lstStyle/>
        <a:p>
          <a:endParaRPr lang="en-US"/>
        </a:p>
      </dgm:t>
    </dgm:pt>
    <dgm:pt modelId="{D00763DB-A253-430C-9733-32BB09A22947}">
      <dgm:prSet/>
      <dgm:spPr/>
      <dgm:t>
        <a:bodyPr/>
        <a:lstStyle/>
        <a:p>
          <a:r>
            <a:rPr lang="es-ES"/>
            <a:t>ALTER TABLE productos MODIFY COLUMN precio BIGINT;</a:t>
          </a:r>
          <a:endParaRPr lang="en-US"/>
        </a:p>
      </dgm:t>
    </dgm:pt>
    <dgm:pt modelId="{8CD8F179-121F-49CF-9D65-D0025E5C6806}" type="parTrans" cxnId="{57ABADE2-872B-46A5-A8B9-4CE431A09FFE}">
      <dgm:prSet/>
      <dgm:spPr/>
      <dgm:t>
        <a:bodyPr/>
        <a:lstStyle/>
        <a:p>
          <a:endParaRPr lang="en-US"/>
        </a:p>
      </dgm:t>
    </dgm:pt>
    <dgm:pt modelId="{243EADD5-2EAD-4C11-B0C2-758EA7C3551C}" type="sibTrans" cxnId="{57ABADE2-872B-46A5-A8B9-4CE431A09FFE}">
      <dgm:prSet/>
      <dgm:spPr/>
      <dgm:t>
        <a:bodyPr/>
        <a:lstStyle/>
        <a:p>
          <a:endParaRPr lang="en-US"/>
        </a:p>
      </dgm:t>
    </dgm:pt>
    <dgm:pt modelId="{E8956DAF-BE9D-45A7-B8C4-42BD2FB3FCE4}">
      <dgm:prSet/>
      <dgm:spPr/>
      <dgm:t>
        <a:bodyPr/>
        <a:lstStyle/>
        <a:p>
          <a:r>
            <a:rPr lang="es-ES"/>
            <a:t>Eliminar columnas:</a:t>
          </a:r>
          <a:endParaRPr lang="en-US"/>
        </a:p>
      </dgm:t>
    </dgm:pt>
    <dgm:pt modelId="{0DEF9490-88F1-4983-8329-809DB9BFC313}" type="parTrans" cxnId="{237C1A94-DD43-4E13-9DD5-FB52458D863B}">
      <dgm:prSet/>
      <dgm:spPr/>
      <dgm:t>
        <a:bodyPr/>
        <a:lstStyle/>
        <a:p>
          <a:endParaRPr lang="en-US"/>
        </a:p>
      </dgm:t>
    </dgm:pt>
    <dgm:pt modelId="{A5266D28-25EB-4016-B64F-8C048C84A3FE}" type="sibTrans" cxnId="{237C1A94-DD43-4E13-9DD5-FB52458D863B}">
      <dgm:prSet/>
      <dgm:spPr/>
      <dgm:t>
        <a:bodyPr/>
        <a:lstStyle/>
        <a:p>
          <a:endParaRPr lang="en-US"/>
        </a:p>
      </dgm:t>
    </dgm:pt>
    <dgm:pt modelId="{D36D6B94-08F7-48CA-931D-1366D708A638}">
      <dgm:prSet/>
      <dgm:spPr/>
      <dgm:t>
        <a:bodyPr/>
        <a:lstStyle/>
        <a:p>
          <a:r>
            <a:rPr lang="es-ES"/>
            <a:t>ALTER TABLE productos DROP COLUMN precio;</a:t>
          </a:r>
          <a:endParaRPr lang="en-US"/>
        </a:p>
      </dgm:t>
    </dgm:pt>
    <dgm:pt modelId="{3873904C-570C-4D15-862C-DB5E51711C78}" type="parTrans" cxnId="{5C6C4B51-679D-4F68-8424-58261E478DCF}">
      <dgm:prSet/>
      <dgm:spPr/>
      <dgm:t>
        <a:bodyPr/>
        <a:lstStyle/>
        <a:p>
          <a:endParaRPr lang="en-US"/>
        </a:p>
      </dgm:t>
    </dgm:pt>
    <dgm:pt modelId="{C201C807-0FB9-4365-9166-04521F6EA82D}" type="sibTrans" cxnId="{5C6C4B51-679D-4F68-8424-58261E478DCF}">
      <dgm:prSet/>
      <dgm:spPr/>
      <dgm:t>
        <a:bodyPr/>
        <a:lstStyle/>
        <a:p>
          <a:endParaRPr lang="en-US"/>
        </a:p>
      </dgm:t>
    </dgm:pt>
    <dgm:pt modelId="{DD28D50F-AB60-4BCB-95FE-137E8A4E4830}">
      <dgm:prSet/>
      <dgm:spPr/>
      <dgm:t>
        <a:bodyPr/>
        <a:lstStyle/>
        <a:p>
          <a:r>
            <a:rPr lang="es-ES"/>
            <a:t>Agregar columnas:</a:t>
          </a:r>
          <a:endParaRPr lang="en-US"/>
        </a:p>
      </dgm:t>
    </dgm:pt>
    <dgm:pt modelId="{627FB515-79E6-453C-B86C-1D104C80A306}" type="parTrans" cxnId="{54D92C50-144A-45CE-80AD-14FB9DE5A052}">
      <dgm:prSet/>
      <dgm:spPr/>
      <dgm:t>
        <a:bodyPr/>
        <a:lstStyle/>
        <a:p>
          <a:endParaRPr lang="en-US"/>
        </a:p>
      </dgm:t>
    </dgm:pt>
    <dgm:pt modelId="{A13B124E-2C49-4FE7-9E20-56A151582FD4}" type="sibTrans" cxnId="{54D92C50-144A-45CE-80AD-14FB9DE5A052}">
      <dgm:prSet/>
      <dgm:spPr/>
      <dgm:t>
        <a:bodyPr/>
        <a:lstStyle/>
        <a:p>
          <a:endParaRPr lang="en-US"/>
        </a:p>
      </dgm:t>
    </dgm:pt>
    <dgm:pt modelId="{BD5C03F1-F33A-4A8F-B4F0-86366648809C}">
      <dgm:prSet/>
      <dgm:spPr/>
      <dgm:t>
        <a:bodyPr/>
        <a:lstStyle/>
        <a:p>
          <a:r>
            <a:rPr lang="es-ES"/>
            <a:t>ALTER TABLE productos ADD COLUMN precio INT;</a:t>
          </a:r>
          <a:endParaRPr lang="en-US"/>
        </a:p>
      </dgm:t>
    </dgm:pt>
    <dgm:pt modelId="{AD4D4942-8947-4BBB-8A90-9EAEC1AD6670}" type="parTrans" cxnId="{641300E0-C63E-46C9-812E-84499D073E9A}">
      <dgm:prSet/>
      <dgm:spPr/>
      <dgm:t>
        <a:bodyPr/>
        <a:lstStyle/>
        <a:p>
          <a:endParaRPr lang="en-US"/>
        </a:p>
      </dgm:t>
    </dgm:pt>
    <dgm:pt modelId="{73E7F0F1-BB01-483B-B4E0-8DB10119AB2F}" type="sibTrans" cxnId="{641300E0-C63E-46C9-812E-84499D073E9A}">
      <dgm:prSet/>
      <dgm:spPr/>
      <dgm:t>
        <a:bodyPr/>
        <a:lstStyle/>
        <a:p>
          <a:endParaRPr lang="en-US"/>
        </a:p>
      </dgm:t>
    </dgm:pt>
    <dgm:pt modelId="{2292568C-0B9A-4F21-B2BF-75357D8FABE5}" type="pres">
      <dgm:prSet presAssocID="{5EC82129-C6BB-4EBA-AFEC-BAB7B3F98F5F}" presName="Name0" presStyleCnt="0">
        <dgm:presLayoutVars>
          <dgm:dir/>
          <dgm:animLvl val="lvl"/>
          <dgm:resizeHandles val="exact"/>
        </dgm:presLayoutVars>
      </dgm:prSet>
      <dgm:spPr/>
    </dgm:pt>
    <dgm:pt modelId="{C60A27D5-4C05-428E-BD29-61EB439E9365}" type="pres">
      <dgm:prSet presAssocID="{99FD2847-047D-4964-AF55-FF7D838A5394}" presName="linNode" presStyleCnt="0"/>
      <dgm:spPr/>
    </dgm:pt>
    <dgm:pt modelId="{4AAAFDE7-F163-496A-A5C2-B7181537BC98}" type="pres">
      <dgm:prSet presAssocID="{99FD2847-047D-4964-AF55-FF7D838A5394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D4A0B2C5-7109-4B15-9270-84370D8E8751}" type="pres">
      <dgm:prSet presAssocID="{99FD2847-047D-4964-AF55-FF7D838A5394}" presName="descendantText" presStyleLbl="alignAccFollowNode1" presStyleIdx="0" presStyleCnt="4">
        <dgm:presLayoutVars>
          <dgm:bulletEnabled val="1"/>
        </dgm:presLayoutVars>
      </dgm:prSet>
      <dgm:spPr/>
    </dgm:pt>
    <dgm:pt modelId="{F2F55F9E-35C8-4B2B-8749-A03CF9B7D52F}" type="pres">
      <dgm:prSet presAssocID="{7620A806-16EA-4734-874E-25D57DE57A35}" presName="sp" presStyleCnt="0"/>
      <dgm:spPr/>
    </dgm:pt>
    <dgm:pt modelId="{C78B0F86-28C7-4FCE-BADA-DB012ED384E2}" type="pres">
      <dgm:prSet presAssocID="{31A88234-78B2-4712-822E-4B0456A00B67}" presName="linNode" presStyleCnt="0"/>
      <dgm:spPr/>
    </dgm:pt>
    <dgm:pt modelId="{E28E7B55-ABC4-44BF-8371-1CE717444F4A}" type="pres">
      <dgm:prSet presAssocID="{31A88234-78B2-4712-822E-4B0456A00B67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B2D4EA87-363E-4F86-B852-7F566E8AA1DD}" type="pres">
      <dgm:prSet presAssocID="{31A88234-78B2-4712-822E-4B0456A00B67}" presName="descendantText" presStyleLbl="alignAccFollowNode1" presStyleIdx="1" presStyleCnt="4">
        <dgm:presLayoutVars>
          <dgm:bulletEnabled val="1"/>
        </dgm:presLayoutVars>
      </dgm:prSet>
      <dgm:spPr/>
    </dgm:pt>
    <dgm:pt modelId="{BE917ABC-8327-4C1C-9CB5-3CA21F101AAE}" type="pres">
      <dgm:prSet presAssocID="{AAB2D8FC-F42D-470C-938F-6850EC73769F}" presName="sp" presStyleCnt="0"/>
      <dgm:spPr/>
    </dgm:pt>
    <dgm:pt modelId="{F2BC640F-4A7E-48FE-91DE-A5119C89F2D8}" type="pres">
      <dgm:prSet presAssocID="{E8956DAF-BE9D-45A7-B8C4-42BD2FB3FCE4}" presName="linNode" presStyleCnt="0"/>
      <dgm:spPr/>
    </dgm:pt>
    <dgm:pt modelId="{0EC6C11A-7FA7-4D35-BA93-4A26D90070C0}" type="pres">
      <dgm:prSet presAssocID="{E8956DAF-BE9D-45A7-B8C4-42BD2FB3FCE4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30E4414B-2F1B-4E79-A86D-66368D836575}" type="pres">
      <dgm:prSet presAssocID="{E8956DAF-BE9D-45A7-B8C4-42BD2FB3FCE4}" presName="descendantText" presStyleLbl="alignAccFollowNode1" presStyleIdx="2" presStyleCnt="4">
        <dgm:presLayoutVars>
          <dgm:bulletEnabled val="1"/>
        </dgm:presLayoutVars>
      </dgm:prSet>
      <dgm:spPr/>
    </dgm:pt>
    <dgm:pt modelId="{57799DE6-6FED-4CAB-8AA4-148C4F6FB2A0}" type="pres">
      <dgm:prSet presAssocID="{A5266D28-25EB-4016-B64F-8C048C84A3FE}" presName="sp" presStyleCnt="0"/>
      <dgm:spPr/>
    </dgm:pt>
    <dgm:pt modelId="{D47FB726-FDA8-41B0-AA6E-45BB3DE7330E}" type="pres">
      <dgm:prSet presAssocID="{DD28D50F-AB60-4BCB-95FE-137E8A4E4830}" presName="linNode" presStyleCnt="0"/>
      <dgm:spPr/>
    </dgm:pt>
    <dgm:pt modelId="{A99917F8-20BE-4690-9AD6-DE2517FDB1E1}" type="pres">
      <dgm:prSet presAssocID="{DD28D50F-AB60-4BCB-95FE-137E8A4E4830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47420444-61D6-406A-85E7-1920F571BB64}" type="pres">
      <dgm:prSet presAssocID="{DD28D50F-AB60-4BCB-95FE-137E8A4E4830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8B7E8C03-A7E8-40B8-8ED0-AFC7811CDF7E}" srcId="{5EC82129-C6BB-4EBA-AFEC-BAB7B3F98F5F}" destId="{31A88234-78B2-4712-822E-4B0456A00B67}" srcOrd="1" destOrd="0" parTransId="{AF058645-3B9C-4C7D-AF98-C9453CB1CACD}" sibTransId="{AAB2D8FC-F42D-470C-938F-6850EC73769F}"/>
    <dgm:cxn modelId="{C18BEE07-A1F2-478B-8E74-B5245B0BCE19}" type="presOf" srcId="{E8956DAF-BE9D-45A7-B8C4-42BD2FB3FCE4}" destId="{0EC6C11A-7FA7-4D35-BA93-4A26D90070C0}" srcOrd="0" destOrd="0" presId="urn:microsoft.com/office/officeart/2005/8/layout/vList5"/>
    <dgm:cxn modelId="{78237710-7E0F-4DCA-B60F-053026A5E448}" type="presOf" srcId="{DD28D50F-AB60-4BCB-95FE-137E8A4E4830}" destId="{A99917F8-20BE-4690-9AD6-DE2517FDB1E1}" srcOrd="0" destOrd="0" presId="urn:microsoft.com/office/officeart/2005/8/layout/vList5"/>
    <dgm:cxn modelId="{BB5F7229-8798-46AD-B1A2-AD1666404379}" type="presOf" srcId="{5EC82129-C6BB-4EBA-AFEC-BAB7B3F98F5F}" destId="{2292568C-0B9A-4F21-B2BF-75357D8FABE5}" srcOrd="0" destOrd="0" presId="urn:microsoft.com/office/officeart/2005/8/layout/vList5"/>
    <dgm:cxn modelId="{A5B8F02F-54A6-4818-B473-623C6109E92E}" type="presOf" srcId="{6E52A6FD-F808-42FD-970A-E6B79917C479}" destId="{D4A0B2C5-7109-4B15-9270-84370D8E8751}" srcOrd="0" destOrd="0" presId="urn:microsoft.com/office/officeart/2005/8/layout/vList5"/>
    <dgm:cxn modelId="{E4354C43-BBDD-43EC-8844-A5B2B66FF11D}" type="presOf" srcId="{D00763DB-A253-430C-9733-32BB09A22947}" destId="{B2D4EA87-363E-4F86-B852-7F566E8AA1DD}" srcOrd="0" destOrd="0" presId="urn:microsoft.com/office/officeart/2005/8/layout/vList5"/>
    <dgm:cxn modelId="{834AFF46-B06A-440C-A889-63DCE5A5F4E9}" type="presOf" srcId="{D36D6B94-08F7-48CA-931D-1366D708A638}" destId="{30E4414B-2F1B-4E79-A86D-66368D836575}" srcOrd="0" destOrd="0" presId="urn:microsoft.com/office/officeart/2005/8/layout/vList5"/>
    <dgm:cxn modelId="{C3B08968-F7D6-4B1E-807A-63AB437CE9DF}" srcId="{99FD2847-047D-4964-AF55-FF7D838A5394}" destId="{6E52A6FD-F808-42FD-970A-E6B79917C479}" srcOrd="0" destOrd="0" parTransId="{87EB02EE-E73F-49E6-9765-4E0D1F8D038B}" sibTransId="{21712A11-BDD4-49A6-982F-DC2C13FDAF16}"/>
    <dgm:cxn modelId="{54D92C50-144A-45CE-80AD-14FB9DE5A052}" srcId="{5EC82129-C6BB-4EBA-AFEC-BAB7B3F98F5F}" destId="{DD28D50F-AB60-4BCB-95FE-137E8A4E4830}" srcOrd="3" destOrd="0" parTransId="{627FB515-79E6-453C-B86C-1D104C80A306}" sibTransId="{A13B124E-2C49-4FE7-9E20-56A151582FD4}"/>
    <dgm:cxn modelId="{5C6C4B51-679D-4F68-8424-58261E478DCF}" srcId="{E8956DAF-BE9D-45A7-B8C4-42BD2FB3FCE4}" destId="{D36D6B94-08F7-48CA-931D-1366D708A638}" srcOrd="0" destOrd="0" parTransId="{3873904C-570C-4D15-862C-DB5E51711C78}" sibTransId="{C201C807-0FB9-4365-9166-04521F6EA82D}"/>
    <dgm:cxn modelId="{7D4F7275-C45A-4C90-8BB9-191E2C207281}" type="presOf" srcId="{99FD2847-047D-4964-AF55-FF7D838A5394}" destId="{4AAAFDE7-F163-496A-A5C2-B7181537BC98}" srcOrd="0" destOrd="0" presId="urn:microsoft.com/office/officeart/2005/8/layout/vList5"/>
    <dgm:cxn modelId="{237C1A94-DD43-4E13-9DD5-FB52458D863B}" srcId="{5EC82129-C6BB-4EBA-AFEC-BAB7B3F98F5F}" destId="{E8956DAF-BE9D-45A7-B8C4-42BD2FB3FCE4}" srcOrd="2" destOrd="0" parTransId="{0DEF9490-88F1-4983-8329-809DB9BFC313}" sibTransId="{A5266D28-25EB-4016-B64F-8C048C84A3FE}"/>
    <dgm:cxn modelId="{AE10A6C4-466E-4100-BE88-2243866B29FD}" srcId="{5EC82129-C6BB-4EBA-AFEC-BAB7B3F98F5F}" destId="{99FD2847-047D-4964-AF55-FF7D838A5394}" srcOrd="0" destOrd="0" parTransId="{B886CBE2-BB28-4FE2-830A-5FD73E298C73}" sibTransId="{7620A806-16EA-4734-874E-25D57DE57A35}"/>
    <dgm:cxn modelId="{54C4F0D3-2D4C-41ED-9EE6-C582558E3967}" type="presOf" srcId="{BD5C03F1-F33A-4A8F-B4F0-86366648809C}" destId="{47420444-61D6-406A-85E7-1920F571BB64}" srcOrd="0" destOrd="0" presId="urn:microsoft.com/office/officeart/2005/8/layout/vList5"/>
    <dgm:cxn modelId="{641300E0-C63E-46C9-812E-84499D073E9A}" srcId="{DD28D50F-AB60-4BCB-95FE-137E8A4E4830}" destId="{BD5C03F1-F33A-4A8F-B4F0-86366648809C}" srcOrd="0" destOrd="0" parTransId="{AD4D4942-8947-4BBB-8A90-9EAEC1AD6670}" sibTransId="{73E7F0F1-BB01-483B-B4E0-8DB10119AB2F}"/>
    <dgm:cxn modelId="{57ABADE2-872B-46A5-A8B9-4CE431A09FFE}" srcId="{31A88234-78B2-4712-822E-4B0456A00B67}" destId="{D00763DB-A253-430C-9733-32BB09A22947}" srcOrd="0" destOrd="0" parTransId="{8CD8F179-121F-49CF-9D65-D0025E5C6806}" sibTransId="{243EADD5-2EAD-4C11-B0C2-758EA7C3551C}"/>
    <dgm:cxn modelId="{D029DAF7-0853-4D82-B722-3877FFF6AD0A}" type="presOf" srcId="{31A88234-78B2-4712-822E-4B0456A00B67}" destId="{E28E7B55-ABC4-44BF-8371-1CE717444F4A}" srcOrd="0" destOrd="0" presId="urn:microsoft.com/office/officeart/2005/8/layout/vList5"/>
    <dgm:cxn modelId="{E1BB83DD-95E6-41F6-B4A6-F5E47F28F0FE}" type="presParOf" srcId="{2292568C-0B9A-4F21-B2BF-75357D8FABE5}" destId="{C60A27D5-4C05-428E-BD29-61EB439E9365}" srcOrd="0" destOrd="0" presId="urn:microsoft.com/office/officeart/2005/8/layout/vList5"/>
    <dgm:cxn modelId="{EE8B9453-444F-4114-8C56-C385CC5F31FF}" type="presParOf" srcId="{C60A27D5-4C05-428E-BD29-61EB439E9365}" destId="{4AAAFDE7-F163-496A-A5C2-B7181537BC98}" srcOrd="0" destOrd="0" presId="urn:microsoft.com/office/officeart/2005/8/layout/vList5"/>
    <dgm:cxn modelId="{3880433D-C547-4E30-907B-2F98F7BF3DE7}" type="presParOf" srcId="{C60A27D5-4C05-428E-BD29-61EB439E9365}" destId="{D4A0B2C5-7109-4B15-9270-84370D8E8751}" srcOrd="1" destOrd="0" presId="urn:microsoft.com/office/officeart/2005/8/layout/vList5"/>
    <dgm:cxn modelId="{653A0C59-3834-4E17-ABE5-42549081B52E}" type="presParOf" srcId="{2292568C-0B9A-4F21-B2BF-75357D8FABE5}" destId="{F2F55F9E-35C8-4B2B-8749-A03CF9B7D52F}" srcOrd="1" destOrd="0" presId="urn:microsoft.com/office/officeart/2005/8/layout/vList5"/>
    <dgm:cxn modelId="{AF58047B-5016-4743-8E8D-D9E98FB66D42}" type="presParOf" srcId="{2292568C-0B9A-4F21-B2BF-75357D8FABE5}" destId="{C78B0F86-28C7-4FCE-BADA-DB012ED384E2}" srcOrd="2" destOrd="0" presId="urn:microsoft.com/office/officeart/2005/8/layout/vList5"/>
    <dgm:cxn modelId="{49B82C84-D618-4524-8CB7-FB5BCB2FE3ED}" type="presParOf" srcId="{C78B0F86-28C7-4FCE-BADA-DB012ED384E2}" destId="{E28E7B55-ABC4-44BF-8371-1CE717444F4A}" srcOrd="0" destOrd="0" presId="urn:microsoft.com/office/officeart/2005/8/layout/vList5"/>
    <dgm:cxn modelId="{A0E4B6A4-6B72-46B0-BACE-4039FAD19FE5}" type="presParOf" srcId="{C78B0F86-28C7-4FCE-BADA-DB012ED384E2}" destId="{B2D4EA87-363E-4F86-B852-7F566E8AA1DD}" srcOrd="1" destOrd="0" presId="urn:microsoft.com/office/officeart/2005/8/layout/vList5"/>
    <dgm:cxn modelId="{A9B53617-A3A6-49F6-B355-F2E974AB5780}" type="presParOf" srcId="{2292568C-0B9A-4F21-B2BF-75357D8FABE5}" destId="{BE917ABC-8327-4C1C-9CB5-3CA21F101AAE}" srcOrd="3" destOrd="0" presId="urn:microsoft.com/office/officeart/2005/8/layout/vList5"/>
    <dgm:cxn modelId="{3EDBF863-4B23-4421-BDB6-BE290B3135D7}" type="presParOf" srcId="{2292568C-0B9A-4F21-B2BF-75357D8FABE5}" destId="{F2BC640F-4A7E-48FE-91DE-A5119C89F2D8}" srcOrd="4" destOrd="0" presId="urn:microsoft.com/office/officeart/2005/8/layout/vList5"/>
    <dgm:cxn modelId="{D6DAEF99-0924-47E2-BBCC-33CCC8579554}" type="presParOf" srcId="{F2BC640F-4A7E-48FE-91DE-A5119C89F2D8}" destId="{0EC6C11A-7FA7-4D35-BA93-4A26D90070C0}" srcOrd="0" destOrd="0" presId="urn:microsoft.com/office/officeart/2005/8/layout/vList5"/>
    <dgm:cxn modelId="{57CA8ABF-A51C-4CBB-B860-72FE6A8C32E6}" type="presParOf" srcId="{F2BC640F-4A7E-48FE-91DE-A5119C89F2D8}" destId="{30E4414B-2F1B-4E79-A86D-66368D836575}" srcOrd="1" destOrd="0" presId="urn:microsoft.com/office/officeart/2005/8/layout/vList5"/>
    <dgm:cxn modelId="{FE34B1DB-95EF-41A5-A63F-4ED7617B92E9}" type="presParOf" srcId="{2292568C-0B9A-4F21-B2BF-75357D8FABE5}" destId="{57799DE6-6FED-4CAB-8AA4-148C4F6FB2A0}" srcOrd="5" destOrd="0" presId="urn:microsoft.com/office/officeart/2005/8/layout/vList5"/>
    <dgm:cxn modelId="{89483202-91AE-48CC-83AF-8B4B99BEC98F}" type="presParOf" srcId="{2292568C-0B9A-4F21-B2BF-75357D8FABE5}" destId="{D47FB726-FDA8-41B0-AA6E-45BB3DE7330E}" srcOrd="6" destOrd="0" presId="urn:microsoft.com/office/officeart/2005/8/layout/vList5"/>
    <dgm:cxn modelId="{72C80965-5337-446C-A8BB-CDD359DE342F}" type="presParOf" srcId="{D47FB726-FDA8-41B0-AA6E-45BB3DE7330E}" destId="{A99917F8-20BE-4690-9AD6-DE2517FDB1E1}" srcOrd="0" destOrd="0" presId="urn:microsoft.com/office/officeart/2005/8/layout/vList5"/>
    <dgm:cxn modelId="{3EA777F5-F844-485E-AEDE-034F3B216426}" type="presParOf" srcId="{D47FB726-FDA8-41B0-AA6E-45BB3DE7330E}" destId="{47420444-61D6-406A-85E7-1920F571BB64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3D02358-C3E1-4EA1-A760-D839F8A16E5E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1FA15AE-A8F9-4C79-ADBF-0518F96B66C7}">
      <dgm:prSet/>
      <dgm:spPr/>
      <dgm:t>
        <a:bodyPr/>
        <a:lstStyle/>
        <a:p>
          <a:r>
            <a:rPr lang="en-US"/>
            <a:t>• </a:t>
          </a:r>
          <a:r>
            <a:rPr lang="es-ES"/>
            <a:t>Añadir clave ajena:</a:t>
          </a:r>
          <a:endParaRPr lang="en-US"/>
        </a:p>
      </dgm:t>
    </dgm:pt>
    <dgm:pt modelId="{F948BD23-B33F-41AE-BAF6-A7D49977F1C0}" type="parTrans" cxnId="{B8538053-9D41-471E-8518-52B41633657F}">
      <dgm:prSet/>
      <dgm:spPr/>
      <dgm:t>
        <a:bodyPr/>
        <a:lstStyle/>
        <a:p>
          <a:endParaRPr lang="en-US"/>
        </a:p>
      </dgm:t>
    </dgm:pt>
    <dgm:pt modelId="{41CF0D6E-36F4-4B23-BEE2-D729D1AEE204}" type="sibTrans" cxnId="{B8538053-9D41-471E-8518-52B41633657F}">
      <dgm:prSet/>
      <dgm:spPr/>
      <dgm:t>
        <a:bodyPr/>
        <a:lstStyle/>
        <a:p>
          <a:endParaRPr lang="en-US"/>
        </a:p>
      </dgm:t>
    </dgm:pt>
    <dgm:pt modelId="{1C9179A7-2F7D-455A-B7C0-E7D44AA4B933}">
      <dgm:prSet/>
      <dgm:spPr/>
      <dgm:t>
        <a:bodyPr/>
        <a:lstStyle/>
        <a:p>
          <a:r>
            <a:rPr lang="en-US"/>
            <a:t>ALTER TABLE productos ADD CONSTRAINT fk_categoria 	FOREIGN KEY (categoria) REFERENCES categorias(id); </a:t>
          </a:r>
        </a:p>
      </dgm:t>
    </dgm:pt>
    <dgm:pt modelId="{38FD55C3-1B02-40B0-BAA4-D6486BABCD5D}" type="parTrans" cxnId="{36EB72C1-AA01-4E0B-8260-15B082714F6B}">
      <dgm:prSet/>
      <dgm:spPr/>
      <dgm:t>
        <a:bodyPr/>
        <a:lstStyle/>
        <a:p>
          <a:endParaRPr lang="en-US"/>
        </a:p>
      </dgm:t>
    </dgm:pt>
    <dgm:pt modelId="{AB7BE04F-98D6-4BBA-91D4-C68662B839AB}" type="sibTrans" cxnId="{36EB72C1-AA01-4E0B-8260-15B082714F6B}">
      <dgm:prSet/>
      <dgm:spPr/>
      <dgm:t>
        <a:bodyPr/>
        <a:lstStyle/>
        <a:p>
          <a:endParaRPr lang="en-US"/>
        </a:p>
      </dgm:t>
    </dgm:pt>
    <dgm:pt modelId="{730BCBD0-4B5F-4638-A8A4-B7280A5E23B9}">
      <dgm:prSet/>
      <dgm:spPr/>
      <dgm:t>
        <a:bodyPr/>
        <a:lstStyle/>
        <a:p>
          <a:r>
            <a:rPr lang="es-ES"/>
            <a:t>• Renombrar una columna:</a:t>
          </a:r>
          <a:endParaRPr lang="en-US"/>
        </a:p>
      </dgm:t>
    </dgm:pt>
    <dgm:pt modelId="{E4534EBB-B599-446A-9B31-B7D94C016A46}" type="parTrans" cxnId="{7ED89E24-70AB-4EFA-B29B-BA0DC1477226}">
      <dgm:prSet/>
      <dgm:spPr/>
      <dgm:t>
        <a:bodyPr/>
        <a:lstStyle/>
        <a:p>
          <a:endParaRPr lang="en-US"/>
        </a:p>
      </dgm:t>
    </dgm:pt>
    <dgm:pt modelId="{34953DDE-6EAC-4113-B526-A893ECCAB95F}" type="sibTrans" cxnId="{7ED89E24-70AB-4EFA-B29B-BA0DC1477226}">
      <dgm:prSet/>
      <dgm:spPr/>
      <dgm:t>
        <a:bodyPr/>
        <a:lstStyle/>
        <a:p>
          <a:endParaRPr lang="en-US"/>
        </a:p>
      </dgm:t>
    </dgm:pt>
    <dgm:pt modelId="{3C50B10B-5D80-443A-94E6-7820CF7CF02C}">
      <dgm:prSet/>
      <dgm:spPr/>
      <dgm:t>
        <a:bodyPr/>
        <a:lstStyle/>
        <a:p>
          <a:r>
            <a:rPr lang="es-ES"/>
            <a:t>ALTER TABLE producto CHANGE COLUMN columna_antigua columna_nueva int; 	</a:t>
          </a:r>
          <a:endParaRPr lang="en-US"/>
        </a:p>
      </dgm:t>
    </dgm:pt>
    <dgm:pt modelId="{EF13482D-2859-436C-8A94-5F6D50625200}" type="parTrans" cxnId="{3760AA4A-0120-4350-851E-28BA794FC0FD}">
      <dgm:prSet/>
      <dgm:spPr/>
      <dgm:t>
        <a:bodyPr/>
        <a:lstStyle/>
        <a:p>
          <a:endParaRPr lang="en-US"/>
        </a:p>
      </dgm:t>
    </dgm:pt>
    <dgm:pt modelId="{1C07E12D-D2BE-4FF8-BE8A-6D64AD72689B}" type="sibTrans" cxnId="{3760AA4A-0120-4350-851E-28BA794FC0FD}">
      <dgm:prSet/>
      <dgm:spPr/>
      <dgm:t>
        <a:bodyPr/>
        <a:lstStyle/>
        <a:p>
          <a:endParaRPr lang="en-US"/>
        </a:p>
      </dgm:t>
    </dgm:pt>
    <dgm:pt modelId="{7044B723-EEE5-493A-B67E-146338240072}">
      <dgm:prSet/>
      <dgm:spPr/>
      <dgm:t>
        <a:bodyPr/>
        <a:lstStyle/>
        <a:p>
          <a:r>
            <a:rPr lang="es-ES"/>
            <a:t>• Renombrar tabla:</a:t>
          </a:r>
          <a:endParaRPr lang="en-US"/>
        </a:p>
      </dgm:t>
    </dgm:pt>
    <dgm:pt modelId="{BB010E9C-D3A8-409C-B8CD-AE1A2D109E0B}" type="parTrans" cxnId="{39F61D32-2A78-4AC1-B1CB-513DF04959A5}">
      <dgm:prSet/>
      <dgm:spPr/>
      <dgm:t>
        <a:bodyPr/>
        <a:lstStyle/>
        <a:p>
          <a:endParaRPr lang="en-US"/>
        </a:p>
      </dgm:t>
    </dgm:pt>
    <dgm:pt modelId="{D5DB1EE8-CD67-400E-A1E5-C22E98FB7181}" type="sibTrans" cxnId="{39F61D32-2A78-4AC1-B1CB-513DF04959A5}">
      <dgm:prSet/>
      <dgm:spPr/>
      <dgm:t>
        <a:bodyPr/>
        <a:lstStyle/>
        <a:p>
          <a:endParaRPr lang="en-US"/>
        </a:p>
      </dgm:t>
    </dgm:pt>
    <dgm:pt modelId="{1E3DDEAF-50D9-4C93-A356-09911B183D6D}">
      <dgm:prSet/>
      <dgm:spPr/>
      <dgm:t>
        <a:bodyPr/>
        <a:lstStyle/>
        <a:p>
          <a:r>
            <a:rPr lang="es-ES"/>
            <a:t>ALTER TABLE productos RENAME productos_nueva;</a:t>
          </a:r>
          <a:endParaRPr lang="en-US"/>
        </a:p>
      </dgm:t>
    </dgm:pt>
    <dgm:pt modelId="{6A7DAAC8-AC00-4200-B7D5-028E6A9F68E3}" type="parTrans" cxnId="{390B0389-3FDA-4265-B008-31FC5D560A23}">
      <dgm:prSet/>
      <dgm:spPr/>
      <dgm:t>
        <a:bodyPr/>
        <a:lstStyle/>
        <a:p>
          <a:endParaRPr lang="en-US"/>
        </a:p>
      </dgm:t>
    </dgm:pt>
    <dgm:pt modelId="{B5DBA40E-3E3D-4C64-94C8-C94142499446}" type="sibTrans" cxnId="{390B0389-3FDA-4265-B008-31FC5D560A23}">
      <dgm:prSet/>
      <dgm:spPr/>
      <dgm:t>
        <a:bodyPr/>
        <a:lstStyle/>
        <a:p>
          <a:endParaRPr lang="en-US"/>
        </a:p>
      </dgm:t>
    </dgm:pt>
    <dgm:pt modelId="{EFC198C0-E6AE-4877-B929-250E86345745}">
      <dgm:prSet/>
      <dgm:spPr/>
      <dgm:t>
        <a:bodyPr/>
        <a:lstStyle/>
        <a:p>
          <a:r>
            <a:rPr lang="es-ES"/>
            <a:t>• Agregar columnas:</a:t>
          </a:r>
          <a:endParaRPr lang="en-US"/>
        </a:p>
      </dgm:t>
    </dgm:pt>
    <dgm:pt modelId="{1326328C-3080-407D-A30A-FED1122652F7}" type="parTrans" cxnId="{763FC1B0-F97A-49E2-8B03-23D3CD5C4E08}">
      <dgm:prSet/>
      <dgm:spPr/>
      <dgm:t>
        <a:bodyPr/>
        <a:lstStyle/>
        <a:p>
          <a:endParaRPr lang="en-US"/>
        </a:p>
      </dgm:t>
    </dgm:pt>
    <dgm:pt modelId="{DFABECCA-7339-45EF-A7BD-A5A5966BF7D0}" type="sibTrans" cxnId="{763FC1B0-F97A-49E2-8B03-23D3CD5C4E08}">
      <dgm:prSet/>
      <dgm:spPr/>
      <dgm:t>
        <a:bodyPr/>
        <a:lstStyle/>
        <a:p>
          <a:endParaRPr lang="en-US"/>
        </a:p>
      </dgm:t>
    </dgm:pt>
    <dgm:pt modelId="{D9266883-5F62-47A9-B216-19E12A73FED8}">
      <dgm:prSet/>
      <dgm:spPr/>
      <dgm:t>
        <a:bodyPr/>
        <a:lstStyle/>
        <a:p>
          <a:r>
            <a:rPr lang="es-ES"/>
            <a:t>ALTER TABLE productos ADD COLUMN precio INT;</a:t>
          </a:r>
          <a:endParaRPr lang="en-US"/>
        </a:p>
      </dgm:t>
    </dgm:pt>
    <dgm:pt modelId="{9B522030-F172-4D17-AD96-509A303271C3}" type="parTrans" cxnId="{E8332951-0FEC-4706-85AD-1956E09B7C54}">
      <dgm:prSet/>
      <dgm:spPr/>
      <dgm:t>
        <a:bodyPr/>
        <a:lstStyle/>
        <a:p>
          <a:endParaRPr lang="en-US"/>
        </a:p>
      </dgm:t>
    </dgm:pt>
    <dgm:pt modelId="{C3C42B80-F8E8-41D1-81C3-E489C9A20E4F}" type="sibTrans" cxnId="{E8332951-0FEC-4706-85AD-1956E09B7C54}">
      <dgm:prSet/>
      <dgm:spPr/>
      <dgm:t>
        <a:bodyPr/>
        <a:lstStyle/>
        <a:p>
          <a:endParaRPr lang="en-US"/>
        </a:p>
      </dgm:t>
    </dgm:pt>
    <dgm:pt modelId="{EF7407D4-7AFE-4779-BAF9-B0172623CF3A}" type="pres">
      <dgm:prSet presAssocID="{33D02358-C3E1-4EA1-A760-D839F8A16E5E}" presName="Name0" presStyleCnt="0">
        <dgm:presLayoutVars>
          <dgm:dir/>
          <dgm:animLvl val="lvl"/>
          <dgm:resizeHandles val="exact"/>
        </dgm:presLayoutVars>
      </dgm:prSet>
      <dgm:spPr/>
    </dgm:pt>
    <dgm:pt modelId="{162B5D88-8B61-4195-8578-5E6A01B2F4AE}" type="pres">
      <dgm:prSet presAssocID="{D1FA15AE-A8F9-4C79-ADBF-0518F96B66C7}" presName="linNode" presStyleCnt="0"/>
      <dgm:spPr/>
    </dgm:pt>
    <dgm:pt modelId="{6D41ACCE-FC7A-4606-B531-2250A82957DF}" type="pres">
      <dgm:prSet presAssocID="{D1FA15AE-A8F9-4C79-ADBF-0518F96B66C7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C5A3411A-C78C-4003-93BD-A401486ED8C8}" type="pres">
      <dgm:prSet presAssocID="{D1FA15AE-A8F9-4C79-ADBF-0518F96B66C7}" presName="descendantText" presStyleLbl="alignAccFollowNode1" presStyleIdx="0" presStyleCnt="4">
        <dgm:presLayoutVars>
          <dgm:bulletEnabled val="1"/>
        </dgm:presLayoutVars>
      </dgm:prSet>
      <dgm:spPr/>
    </dgm:pt>
    <dgm:pt modelId="{E78BEC25-1A7A-445E-B452-857E1F265C6D}" type="pres">
      <dgm:prSet presAssocID="{41CF0D6E-36F4-4B23-BEE2-D729D1AEE204}" presName="sp" presStyleCnt="0"/>
      <dgm:spPr/>
    </dgm:pt>
    <dgm:pt modelId="{4B974127-99DE-4B0C-A13C-3E550ADA42B1}" type="pres">
      <dgm:prSet presAssocID="{730BCBD0-4B5F-4638-A8A4-B7280A5E23B9}" presName="linNode" presStyleCnt="0"/>
      <dgm:spPr/>
    </dgm:pt>
    <dgm:pt modelId="{DE735132-A018-445C-BD82-452AE95CE484}" type="pres">
      <dgm:prSet presAssocID="{730BCBD0-4B5F-4638-A8A4-B7280A5E23B9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0B1C49C0-4EFB-40A6-A725-347BC2F8CF1A}" type="pres">
      <dgm:prSet presAssocID="{730BCBD0-4B5F-4638-A8A4-B7280A5E23B9}" presName="descendantText" presStyleLbl="alignAccFollowNode1" presStyleIdx="1" presStyleCnt="4">
        <dgm:presLayoutVars>
          <dgm:bulletEnabled val="1"/>
        </dgm:presLayoutVars>
      </dgm:prSet>
      <dgm:spPr/>
    </dgm:pt>
    <dgm:pt modelId="{3B1D979D-D13B-4D24-9496-BCE49B16D7D8}" type="pres">
      <dgm:prSet presAssocID="{34953DDE-6EAC-4113-B526-A893ECCAB95F}" presName="sp" presStyleCnt="0"/>
      <dgm:spPr/>
    </dgm:pt>
    <dgm:pt modelId="{99789228-3AEE-4D3A-968C-2ECC07D5B53D}" type="pres">
      <dgm:prSet presAssocID="{7044B723-EEE5-493A-B67E-146338240072}" presName="linNode" presStyleCnt="0"/>
      <dgm:spPr/>
    </dgm:pt>
    <dgm:pt modelId="{9002C2E3-0F99-4401-BAA6-ADA0C027ACBB}" type="pres">
      <dgm:prSet presAssocID="{7044B723-EEE5-493A-B67E-146338240072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B0078D72-C633-435E-9A09-F5F8308F5D30}" type="pres">
      <dgm:prSet presAssocID="{7044B723-EEE5-493A-B67E-146338240072}" presName="descendantText" presStyleLbl="alignAccFollowNode1" presStyleIdx="2" presStyleCnt="4">
        <dgm:presLayoutVars>
          <dgm:bulletEnabled val="1"/>
        </dgm:presLayoutVars>
      </dgm:prSet>
      <dgm:spPr/>
    </dgm:pt>
    <dgm:pt modelId="{AF0D84DD-AC1B-42DE-9D5A-CC87E6D3DDAE}" type="pres">
      <dgm:prSet presAssocID="{D5DB1EE8-CD67-400E-A1E5-C22E98FB7181}" presName="sp" presStyleCnt="0"/>
      <dgm:spPr/>
    </dgm:pt>
    <dgm:pt modelId="{6669CC0B-7920-4034-A7E3-659D07BD6C12}" type="pres">
      <dgm:prSet presAssocID="{EFC198C0-E6AE-4877-B929-250E86345745}" presName="linNode" presStyleCnt="0"/>
      <dgm:spPr/>
    </dgm:pt>
    <dgm:pt modelId="{51276E29-6BA1-4006-9DEF-083BDA64FFF2}" type="pres">
      <dgm:prSet presAssocID="{EFC198C0-E6AE-4877-B929-250E86345745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3E2AC844-2FD5-431F-959F-A3C03849CE3A}" type="pres">
      <dgm:prSet presAssocID="{EFC198C0-E6AE-4877-B929-250E86345745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7ED89E24-70AB-4EFA-B29B-BA0DC1477226}" srcId="{33D02358-C3E1-4EA1-A760-D839F8A16E5E}" destId="{730BCBD0-4B5F-4638-A8A4-B7280A5E23B9}" srcOrd="1" destOrd="0" parTransId="{E4534EBB-B599-446A-9B31-B7D94C016A46}" sibTransId="{34953DDE-6EAC-4113-B526-A893ECCAB95F}"/>
    <dgm:cxn modelId="{39F61D32-2A78-4AC1-B1CB-513DF04959A5}" srcId="{33D02358-C3E1-4EA1-A760-D839F8A16E5E}" destId="{7044B723-EEE5-493A-B67E-146338240072}" srcOrd="2" destOrd="0" parTransId="{BB010E9C-D3A8-409C-B8CD-AE1A2D109E0B}" sibTransId="{D5DB1EE8-CD67-400E-A1E5-C22E98FB7181}"/>
    <dgm:cxn modelId="{3760AA4A-0120-4350-851E-28BA794FC0FD}" srcId="{730BCBD0-4B5F-4638-A8A4-B7280A5E23B9}" destId="{3C50B10B-5D80-443A-94E6-7820CF7CF02C}" srcOrd="0" destOrd="0" parTransId="{EF13482D-2859-436C-8A94-5F6D50625200}" sibTransId="{1C07E12D-D2BE-4FF8-BE8A-6D64AD72689B}"/>
    <dgm:cxn modelId="{E8332951-0FEC-4706-85AD-1956E09B7C54}" srcId="{EFC198C0-E6AE-4877-B929-250E86345745}" destId="{D9266883-5F62-47A9-B216-19E12A73FED8}" srcOrd="0" destOrd="0" parTransId="{9B522030-F172-4D17-AD96-509A303271C3}" sibTransId="{C3C42B80-F8E8-41D1-81C3-E489C9A20E4F}"/>
    <dgm:cxn modelId="{B8538053-9D41-471E-8518-52B41633657F}" srcId="{33D02358-C3E1-4EA1-A760-D839F8A16E5E}" destId="{D1FA15AE-A8F9-4C79-ADBF-0518F96B66C7}" srcOrd="0" destOrd="0" parTransId="{F948BD23-B33F-41AE-BAF6-A7D49977F1C0}" sibTransId="{41CF0D6E-36F4-4B23-BEE2-D729D1AEE204}"/>
    <dgm:cxn modelId="{8C7C5657-BE75-4CC0-97DA-15F3F188D5BB}" type="presOf" srcId="{3C50B10B-5D80-443A-94E6-7820CF7CF02C}" destId="{0B1C49C0-4EFB-40A6-A725-347BC2F8CF1A}" srcOrd="0" destOrd="0" presId="urn:microsoft.com/office/officeart/2005/8/layout/vList5"/>
    <dgm:cxn modelId="{390B0389-3FDA-4265-B008-31FC5D560A23}" srcId="{7044B723-EEE5-493A-B67E-146338240072}" destId="{1E3DDEAF-50D9-4C93-A356-09911B183D6D}" srcOrd="0" destOrd="0" parTransId="{6A7DAAC8-AC00-4200-B7D5-028E6A9F68E3}" sibTransId="{B5DBA40E-3E3D-4C64-94C8-C94142499446}"/>
    <dgm:cxn modelId="{730EC989-8370-4CA1-90CF-D926DAF898E1}" type="presOf" srcId="{D1FA15AE-A8F9-4C79-ADBF-0518F96B66C7}" destId="{6D41ACCE-FC7A-4606-B531-2250A82957DF}" srcOrd="0" destOrd="0" presId="urn:microsoft.com/office/officeart/2005/8/layout/vList5"/>
    <dgm:cxn modelId="{88CC4593-E829-4E50-8963-C08D9ED806C3}" type="presOf" srcId="{33D02358-C3E1-4EA1-A760-D839F8A16E5E}" destId="{EF7407D4-7AFE-4779-BAF9-B0172623CF3A}" srcOrd="0" destOrd="0" presId="urn:microsoft.com/office/officeart/2005/8/layout/vList5"/>
    <dgm:cxn modelId="{E351A4AE-7F69-4A11-946E-2DFC28D9E041}" type="presOf" srcId="{1C9179A7-2F7D-455A-B7C0-E7D44AA4B933}" destId="{C5A3411A-C78C-4003-93BD-A401486ED8C8}" srcOrd="0" destOrd="0" presId="urn:microsoft.com/office/officeart/2005/8/layout/vList5"/>
    <dgm:cxn modelId="{763FC1B0-F97A-49E2-8B03-23D3CD5C4E08}" srcId="{33D02358-C3E1-4EA1-A760-D839F8A16E5E}" destId="{EFC198C0-E6AE-4877-B929-250E86345745}" srcOrd="3" destOrd="0" parTransId="{1326328C-3080-407D-A30A-FED1122652F7}" sibTransId="{DFABECCA-7339-45EF-A7BD-A5A5966BF7D0}"/>
    <dgm:cxn modelId="{177DCCB1-7D43-4266-8F78-D0CF97EE5211}" type="presOf" srcId="{D9266883-5F62-47A9-B216-19E12A73FED8}" destId="{3E2AC844-2FD5-431F-959F-A3C03849CE3A}" srcOrd="0" destOrd="0" presId="urn:microsoft.com/office/officeart/2005/8/layout/vList5"/>
    <dgm:cxn modelId="{E0D4DCB3-A42E-451A-8451-7887078A26E0}" type="presOf" srcId="{7044B723-EEE5-493A-B67E-146338240072}" destId="{9002C2E3-0F99-4401-BAA6-ADA0C027ACBB}" srcOrd="0" destOrd="0" presId="urn:microsoft.com/office/officeart/2005/8/layout/vList5"/>
    <dgm:cxn modelId="{36EB72C1-AA01-4E0B-8260-15B082714F6B}" srcId="{D1FA15AE-A8F9-4C79-ADBF-0518F96B66C7}" destId="{1C9179A7-2F7D-455A-B7C0-E7D44AA4B933}" srcOrd="0" destOrd="0" parTransId="{38FD55C3-1B02-40B0-BAA4-D6486BABCD5D}" sibTransId="{AB7BE04F-98D6-4BBA-91D4-C68662B839AB}"/>
    <dgm:cxn modelId="{7AD747C2-6D10-464E-8D23-46FAED312C36}" type="presOf" srcId="{730BCBD0-4B5F-4638-A8A4-B7280A5E23B9}" destId="{DE735132-A018-445C-BD82-452AE95CE484}" srcOrd="0" destOrd="0" presId="urn:microsoft.com/office/officeart/2005/8/layout/vList5"/>
    <dgm:cxn modelId="{66B096E5-D420-4BE2-8C89-3F73ECD1B61E}" type="presOf" srcId="{EFC198C0-E6AE-4877-B929-250E86345745}" destId="{51276E29-6BA1-4006-9DEF-083BDA64FFF2}" srcOrd="0" destOrd="0" presId="urn:microsoft.com/office/officeart/2005/8/layout/vList5"/>
    <dgm:cxn modelId="{8A2B2DF4-3FAF-444D-AD17-328A760B4E1B}" type="presOf" srcId="{1E3DDEAF-50D9-4C93-A356-09911B183D6D}" destId="{B0078D72-C633-435E-9A09-F5F8308F5D30}" srcOrd="0" destOrd="0" presId="urn:microsoft.com/office/officeart/2005/8/layout/vList5"/>
    <dgm:cxn modelId="{D8B04486-CE8F-4D46-9F2A-B9956B94F08A}" type="presParOf" srcId="{EF7407D4-7AFE-4779-BAF9-B0172623CF3A}" destId="{162B5D88-8B61-4195-8578-5E6A01B2F4AE}" srcOrd="0" destOrd="0" presId="urn:microsoft.com/office/officeart/2005/8/layout/vList5"/>
    <dgm:cxn modelId="{5575844B-A354-44AC-9920-D7F104C634A1}" type="presParOf" srcId="{162B5D88-8B61-4195-8578-5E6A01B2F4AE}" destId="{6D41ACCE-FC7A-4606-B531-2250A82957DF}" srcOrd="0" destOrd="0" presId="urn:microsoft.com/office/officeart/2005/8/layout/vList5"/>
    <dgm:cxn modelId="{DC714BB9-BF13-46B5-B435-DC2973412A2D}" type="presParOf" srcId="{162B5D88-8B61-4195-8578-5E6A01B2F4AE}" destId="{C5A3411A-C78C-4003-93BD-A401486ED8C8}" srcOrd="1" destOrd="0" presId="urn:microsoft.com/office/officeart/2005/8/layout/vList5"/>
    <dgm:cxn modelId="{F05858C4-79F9-4424-8CCB-14873EA9D0D4}" type="presParOf" srcId="{EF7407D4-7AFE-4779-BAF9-B0172623CF3A}" destId="{E78BEC25-1A7A-445E-B452-857E1F265C6D}" srcOrd="1" destOrd="0" presId="urn:microsoft.com/office/officeart/2005/8/layout/vList5"/>
    <dgm:cxn modelId="{FB517628-D144-445D-9574-E42A8D6F7BA0}" type="presParOf" srcId="{EF7407D4-7AFE-4779-BAF9-B0172623CF3A}" destId="{4B974127-99DE-4B0C-A13C-3E550ADA42B1}" srcOrd="2" destOrd="0" presId="urn:microsoft.com/office/officeart/2005/8/layout/vList5"/>
    <dgm:cxn modelId="{15080257-6E90-4474-8234-DD588F2FE574}" type="presParOf" srcId="{4B974127-99DE-4B0C-A13C-3E550ADA42B1}" destId="{DE735132-A018-445C-BD82-452AE95CE484}" srcOrd="0" destOrd="0" presId="urn:microsoft.com/office/officeart/2005/8/layout/vList5"/>
    <dgm:cxn modelId="{945E2F1E-2797-4537-8FA0-36669BEF7B6A}" type="presParOf" srcId="{4B974127-99DE-4B0C-A13C-3E550ADA42B1}" destId="{0B1C49C0-4EFB-40A6-A725-347BC2F8CF1A}" srcOrd="1" destOrd="0" presId="urn:microsoft.com/office/officeart/2005/8/layout/vList5"/>
    <dgm:cxn modelId="{DE4B6BE7-6AC9-48AA-8D9C-3FDC60672333}" type="presParOf" srcId="{EF7407D4-7AFE-4779-BAF9-B0172623CF3A}" destId="{3B1D979D-D13B-4D24-9496-BCE49B16D7D8}" srcOrd="3" destOrd="0" presId="urn:microsoft.com/office/officeart/2005/8/layout/vList5"/>
    <dgm:cxn modelId="{A74C5F18-CDCA-45AC-9FF3-EB1B9E45D842}" type="presParOf" srcId="{EF7407D4-7AFE-4779-BAF9-B0172623CF3A}" destId="{99789228-3AEE-4D3A-968C-2ECC07D5B53D}" srcOrd="4" destOrd="0" presId="urn:microsoft.com/office/officeart/2005/8/layout/vList5"/>
    <dgm:cxn modelId="{13DB4718-5473-4D4B-A517-391AE05BD008}" type="presParOf" srcId="{99789228-3AEE-4D3A-968C-2ECC07D5B53D}" destId="{9002C2E3-0F99-4401-BAA6-ADA0C027ACBB}" srcOrd="0" destOrd="0" presId="urn:microsoft.com/office/officeart/2005/8/layout/vList5"/>
    <dgm:cxn modelId="{CB39A030-A559-40ED-A889-D640724E81DF}" type="presParOf" srcId="{99789228-3AEE-4D3A-968C-2ECC07D5B53D}" destId="{B0078D72-C633-435E-9A09-F5F8308F5D30}" srcOrd="1" destOrd="0" presId="urn:microsoft.com/office/officeart/2005/8/layout/vList5"/>
    <dgm:cxn modelId="{169F055F-1DD6-4572-AAF6-74DF8AD2FD7C}" type="presParOf" srcId="{EF7407D4-7AFE-4779-BAF9-B0172623CF3A}" destId="{AF0D84DD-AC1B-42DE-9D5A-CC87E6D3DDAE}" srcOrd="5" destOrd="0" presId="urn:microsoft.com/office/officeart/2005/8/layout/vList5"/>
    <dgm:cxn modelId="{3847068A-27E9-4A9B-AD98-64FDFD1F7D67}" type="presParOf" srcId="{EF7407D4-7AFE-4779-BAF9-B0172623CF3A}" destId="{6669CC0B-7920-4034-A7E3-659D07BD6C12}" srcOrd="6" destOrd="0" presId="urn:microsoft.com/office/officeart/2005/8/layout/vList5"/>
    <dgm:cxn modelId="{8D408FD3-B8E0-4C26-BAFD-7AA3C898A89E}" type="presParOf" srcId="{6669CC0B-7920-4034-A7E3-659D07BD6C12}" destId="{51276E29-6BA1-4006-9DEF-083BDA64FFF2}" srcOrd="0" destOrd="0" presId="urn:microsoft.com/office/officeart/2005/8/layout/vList5"/>
    <dgm:cxn modelId="{A39A2988-DDAC-47F1-B6C9-ABDB97CF70FD}" type="presParOf" srcId="{6669CC0B-7920-4034-A7E3-659D07BD6C12}" destId="{3E2AC844-2FD5-431F-959F-A3C03849CE3A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AB4A179-130E-4950-AAFE-7A89A88F6CD1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4F606DE-B5FB-416F-8FD6-9E6A1B7F9B37}">
      <dgm:prSet/>
      <dgm:spPr/>
      <dgm:t>
        <a:bodyPr/>
        <a:lstStyle/>
        <a:p>
          <a:r>
            <a:rPr lang="es-ES" b="1" dirty="0"/>
            <a:t>Eliminar la clave ajena existente</a:t>
          </a:r>
          <a:endParaRPr lang="en-US" dirty="0"/>
        </a:p>
      </dgm:t>
    </dgm:pt>
    <dgm:pt modelId="{2D9169F2-927A-46FE-9184-93AEE065446E}" type="parTrans" cxnId="{DC26D579-879C-4F78-A4F0-052EADE960FA}">
      <dgm:prSet/>
      <dgm:spPr/>
      <dgm:t>
        <a:bodyPr/>
        <a:lstStyle/>
        <a:p>
          <a:endParaRPr lang="en-US"/>
        </a:p>
      </dgm:t>
    </dgm:pt>
    <dgm:pt modelId="{82F5AE75-4AD2-4E97-93D2-65DA9E3071C4}" type="sibTrans" cxnId="{DC26D579-879C-4F78-A4F0-052EADE960FA}">
      <dgm:prSet/>
      <dgm:spPr/>
      <dgm:t>
        <a:bodyPr/>
        <a:lstStyle/>
        <a:p>
          <a:endParaRPr lang="en-US"/>
        </a:p>
      </dgm:t>
    </dgm:pt>
    <dgm:pt modelId="{43EC324D-8D31-4F0C-952D-FF7D7CF6687A}">
      <dgm:prSet/>
      <dgm:spPr/>
      <dgm:t>
        <a:bodyPr/>
        <a:lstStyle/>
        <a:p>
          <a:pPr>
            <a:buNone/>
          </a:pPr>
          <a:r>
            <a:rPr lang="es-ES" dirty="0"/>
            <a:t>ALTER TABLE </a:t>
          </a:r>
          <a:r>
            <a:rPr lang="es-ES" dirty="0" err="1"/>
            <a:t>nombre_tabla</a:t>
          </a:r>
          <a:r>
            <a:rPr lang="es-ES" dirty="0"/>
            <a:t> DROP FOREIGN KEY </a:t>
          </a:r>
          <a:r>
            <a:rPr lang="es-ES" dirty="0" err="1"/>
            <a:t>fk_ejemplo</a:t>
          </a:r>
          <a:r>
            <a:rPr lang="es-ES" dirty="0"/>
            <a:t>;</a:t>
          </a:r>
          <a:br>
            <a:rPr lang="es-ES" dirty="0"/>
          </a:br>
          <a:endParaRPr lang="en-US" dirty="0"/>
        </a:p>
      </dgm:t>
    </dgm:pt>
    <dgm:pt modelId="{C25D7443-CAB7-4C37-9250-5E6FD0F0D53F}" type="parTrans" cxnId="{93D821EC-89F8-426E-A6BE-5FD508969ACB}">
      <dgm:prSet/>
      <dgm:spPr/>
      <dgm:t>
        <a:bodyPr/>
        <a:lstStyle/>
        <a:p>
          <a:endParaRPr lang="en-US"/>
        </a:p>
      </dgm:t>
    </dgm:pt>
    <dgm:pt modelId="{5962F02E-AB37-4760-A216-92EE9989483C}" type="sibTrans" cxnId="{93D821EC-89F8-426E-A6BE-5FD508969ACB}">
      <dgm:prSet/>
      <dgm:spPr/>
      <dgm:t>
        <a:bodyPr/>
        <a:lstStyle/>
        <a:p>
          <a:endParaRPr lang="en-US"/>
        </a:p>
      </dgm:t>
    </dgm:pt>
    <dgm:pt modelId="{6758172D-D96B-471C-AB06-203D3086DFF6}">
      <dgm:prSet/>
      <dgm:spPr/>
      <dgm:t>
        <a:bodyPr/>
        <a:lstStyle/>
        <a:p>
          <a:r>
            <a:rPr lang="es-ES" b="1"/>
            <a:t>Crear la nueva clave ajena</a:t>
          </a:r>
          <a:endParaRPr lang="en-US"/>
        </a:p>
      </dgm:t>
    </dgm:pt>
    <dgm:pt modelId="{D5EF94B0-05F0-4A17-B4AB-9B4A58DE29BF}" type="parTrans" cxnId="{FD1776AB-B23E-4E4C-947A-83CBB505FBEF}">
      <dgm:prSet/>
      <dgm:spPr/>
      <dgm:t>
        <a:bodyPr/>
        <a:lstStyle/>
        <a:p>
          <a:endParaRPr lang="en-US"/>
        </a:p>
      </dgm:t>
    </dgm:pt>
    <dgm:pt modelId="{1CA3780D-2A2B-4F4C-97C4-DE3DDD57C3A1}" type="sibTrans" cxnId="{FD1776AB-B23E-4E4C-947A-83CBB505FBEF}">
      <dgm:prSet/>
      <dgm:spPr/>
      <dgm:t>
        <a:bodyPr/>
        <a:lstStyle/>
        <a:p>
          <a:endParaRPr lang="en-US"/>
        </a:p>
      </dgm:t>
    </dgm:pt>
    <dgm:pt modelId="{D317E12E-95AC-4263-81E6-67F261694D8A}">
      <dgm:prSet/>
      <dgm:spPr/>
      <dgm:t>
        <a:bodyPr/>
        <a:lstStyle/>
        <a:p>
          <a:pPr>
            <a:buNone/>
          </a:pPr>
          <a:r>
            <a:rPr lang="es-ES" dirty="0"/>
            <a:t>ALTER TABLE </a:t>
          </a:r>
          <a:r>
            <a:rPr lang="es-ES" dirty="0" err="1"/>
            <a:t>nombre_tabla</a:t>
          </a:r>
          <a:endParaRPr lang="en-US" dirty="0"/>
        </a:p>
      </dgm:t>
    </dgm:pt>
    <dgm:pt modelId="{3F34AAA5-7AE0-4BC3-98D9-5F079857292E}" type="parTrans" cxnId="{D1669416-E742-4CB6-911A-E48EBA2334AE}">
      <dgm:prSet/>
      <dgm:spPr/>
      <dgm:t>
        <a:bodyPr/>
        <a:lstStyle/>
        <a:p>
          <a:endParaRPr lang="en-US"/>
        </a:p>
      </dgm:t>
    </dgm:pt>
    <dgm:pt modelId="{779CAE54-00FC-4BAB-8465-7255C33A1715}" type="sibTrans" cxnId="{D1669416-E742-4CB6-911A-E48EBA2334AE}">
      <dgm:prSet/>
      <dgm:spPr/>
      <dgm:t>
        <a:bodyPr/>
        <a:lstStyle/>
        <a:p>
          <a:endParaRPr lang="en-US"/>
        </a:p>
      </dgm:t>
    </dgm:pt>
    <dgm:pt modelId="{13978004-CCAD-4EDE-8772-E56825C0CC72}">
      <dgm:prSet/>
      <dgm:spPr/>
      <dgm:t>
        <a:bodyPr/>
        <a:lstStyle/>
        <a:p>
          <a:pPr>
            <a:buNone/>
          </a:pPr>
          <a:r>
            <a:rPr lang="es-ES"/>
            <a:t>ADD CONSTRAINT fk_ejemplo_nueva</a:t>
          </a:r>
          <a:endParaRPr lang="en-US"/>
        </a:p>
      </dgm:t>
    </dgm:pt>
    <dgm:pt modelId="{76DAC936-1153-4899-B057-316B39CC5232}" type="parTrans" cxnId="{61351AC3-1579-4D4A-9E86-78D1661DB4FD}">
      <dgm:prSet/>
      <dgm:spPr/>
      <dgm:t>
        <a:bodyPr/>
        <a:lstStyle/>
        <a:p>
          <a:endParaRPr lang="en-US"/>
        </a:p>
      </dgm:t>
    </dgm:pt>
    <dgm:pt modelId="{71D91EDB-3D39-43E7-9868-5D5615DC1720}" type="sibTrans" cxnId="{61351AC3-1579-4D4A-9E86-78D1661DB4FD}">
      <dgm:prSet/>
      <dgm:spPr/>
      <dgm:t>
        <a:bodyPr/>
        <a:lstStyle/>
        <a:p>
          <a:endParaRPr lang="en-US"/>
        </a:p>
      </dgm:t>
    </dgm:pt>
    <dgm:pt modelId="{4BA2377F-4FC5-4BC3-9D6B-B8BF89104AD5}">
      <dgm:prSet/>
      <dgm:spPr/>
      <dgm:t>
        <a:bodyPr/>
        <a:lstStyle/>
        <a:p>
          <a:pPr>
            <a:buNone/>
          </a:pPr>
          <a:r>
            <a:rPr lang="es-ES"/>
            <a:t>FOREIGN KEY (columna_id)</a:t>
          </a:r>
          <a:endParaRPr lang="en-US"/>
        </a:p>
      </dgm:t>
    </dgm:pt>
    <dgm:pt modelId="{82E67107-BFCA-45C7-B391-0ACE8E505236}" type="parTrans" cxnId="{D6CCED18-945D-41B0-B866-E2DED5E78E53}">
      <dgm:prSet/>
      <dgm:spPr/>
      <dgm:t>
        <a:bodyPr/>
        <a:lstStyle/>
        <a:p>
          <a:endParaRPr lang="en-US"/>
        </a:p>
      </dgm:t>
    </dgm:pt>
    <dgm:pt modelId="{A8072970-F894-4124-BF8C-57ECFBBB606B}" type="sibTrans" cxnId="{D6CCED18-945D-41B0-B866-E2DED5E78E53}">
      <dgm:prSet/>
      <dgm:spPr/>
      <dgm:t>
        <a:bodyPr/>
        <a:lstStyle/>
        <a:p>
          <a:endParaRPr lang="en-US"/>
        </a:p>
      </dgm:t>
    </dgm:pt>
    <dgm:pt modelId="{D9ECAC9B-FF41-43E1-9E1C-81A3337EDB31}">
      <dgm:prSet/>
      <dgm:spPr/>
      <dgm:t>
        <a:bodyPr/>
        <a:lstStyle/>
        <a:p>
          <a:pPr>
            <a:buNone/>
          </a:pPr>
          <a:r>
            <a:rPr lang="es-ES"/>
            <a:t>REFERENCES otra_tabla(id)</a:t>
          </a:r>
          <a:endParaRPr lang="en-US"/>
        </a:p>
      </dgm:t>
    </dgm:pt>
    <dgm:pt modelId="{CBC81759-C450-4B81-A5EC-9FFCD598A081}" type="parTrans" cxnId="{799080E6-048B-462A-88F4-57FBAE374C1E}">
      <dgm:prSet/>
      <dgm:spPr/>
      <dgm:t>
        <a:bodyPr/>
        <a:lstStyle/>
        <a:p>
          <a:endParaRPr lang="en-US"/>
        </a:p>
      </dgm:t>
    </dgm:pt>
    <dgm:pt modelId="{B1F50411-0B19-4ED8-BFB6-57A861E10480}" type="sibTrans" cxnId="{799080E6-048B-462A-88F4-57FBAE374C1E}">
      <dgm:prSet/>
      <dgm:spPr/>
      <dgm:t>
        <a:bodyPr/>
        <a:lstStyle/>
        <a:p>
          <a:endParaRPr lang="en-US"/>
        </a:p>
      </dgm:t>
    </dgm:pt>
    <dgm:pt modelId="{7AACF9C6-A5E4-4A67-8025-32A85BF04C72}">
      <dgm:prSet/>
      <dgm:spPr/>
      <dgm:t>
        <a:bodyPr/>
        <a:lstStyle/>
        <a:p>
          <a:pPr>
            <a:buNone/>
          </a:pPr>
          <a:r>
            <a:rPr lang="es-ES"/>
            <a:t>ON DELETE CASCADE</a:t>
          </a:r>
          <a:endParaRPr lang="en-US"/>
        </a:p>
      </dgm:t>
    </dgm:pt>
    <dgm:pt modelId="{4AB8CC52-BD13-4B66-A6A0-CE5A6B458DE6}" type="parTrans" cxnId="{2A14B968-4CCC-44DA-A747-48ED306D2677}">
      <dgm:prSet/>
      <dgm:spPr/>
      <dgm:t>
        <a:bodyPr/>
        <a:lstStyle/>
        <a:p>
          <a:endParaRPr lang="en-US"/>
        </a:p>
      </dgm:t>
    </dgm:pt>
    <dgm:pt modelId="{35EDCCB4-BD4D-42FE-B46C-2A0C309DC769}" type="sibTrans" cxnId="{2A14B968-4CCC-44DA-A747-48ED306D2677}">
      <dgm:prSet/>
      <dgm:spPr/>
      <dgm:t>
        <a:bodyPr/>
        <a:lstStyle/>
        <a:p>
          <a:endParaRPr lang="en-US"/>
        </a:p>
      </dgm:t>
    </dgm:pt>
    <dgm:pt modelId="{8CC50CB7-B446-40F4-A4EE-C8CD54B99D40}">
      <dgm:prSet/>
      <dgm:spPr/>
      <dgm:t>
        <a:bodyPr/>
        <a:lstStyle/>
        <a:p>
          <a:pPr>
            <a:buNone/>
          </a:pPr>
          <a:r>
            <a:rPr lang="es-ES"/>
            <a:t>ON UPDATE CASCADE;</a:t>
          </a:r>
          <a:endParaRPr lang="en-US"/>
        </a:p>
      </dgm:t>
    </dgm:pt>
    <dgm:pt modelId="{E8A96B80-9477-4CC3-BBC7-F19A16FFB390}" type="parTrans" cxnId="{5B2D0237-52BD-46C2-A9BF-887249A87503}">
      <dgm:prSet/>
      <dgm:spPr/>
      <dgm:t>
        <a:bodyPr/>
        <a:lstStyle/>
        <a:p>
          <a:endParaRPr lang="en-US"/>
        </a:p>
      </dgm:t>
    </dgm:pt>
    <dgm:pt modelId="{10AFEE00-6FE4-40FC-A078-40866B7DB636}" type="sibTrans" cxnId="{5B2D0237-52BD-46C2-A9BF-887249A87503}">
      <dgm:prSet/>
      <dgm:spPr/>
      <dgm:t>
        <a:bodyPr/>
        <a:lstStyle/>
        <a:p>
          <a:endParaRPr lang="en-US"/>
        </a:p>
      </dgm:t>
    </dgm:pt>
    <dgm:pt modelId="{326A2A86-9F62-4AB1-A7A6-467B594193E8}">
      <dgm:prSet/>
      <dgm:spPr/>
      <dgm:t>
        <a:bodyPr/>
        <a:lstStyle/>
        <a:p>
          <a:pPr>
            <a:buNone/>
          </a:pPr>
          <a:r>
            <a:rPr lang="es-ES"/>
            <a:t>ON DELETE CASCADE: borra los registros hijos si se borra el padre.</a:t>
          </a:r>
          <a:endParaRPr lang="en-US"/>
        </a:p>
      </dgm:t>
    </dgm:pt>
    <dgm:pt modelId="{8A0C222F-5DDF-41F0-BB26-ED2D6DC52705}" type="parTrans" cxnId="{4E1E4032-9943-453E-9904-48146B8DC95F}">
      <dgm:prSet/>
      <dgm:spPr/>
      <dgm:t>
        <a:bodyPr/>
        <a:lstStyle/>
        <a:p>
          <a:endParaRPr lang="en-US"/>
        </a:p>
      </dgm:t>
    </dgm:pt>
    <dgm:pt modelId="{A54228CA-04F2-40B0-9866-98908983BA6E}" type="sibTrans" cxnId="{4E1E4032-9943-453E-9904-48146B8DC95F}">
      <dgm:prSet/>
      <dgm:spPr/>
      <dgm:t>
        <a:bodyPr/>
        <a:lstStyle/>
        <a:p>
          <a:endParaRPr lang="en-US"/>
        </a:p>
      </dgm:t>
    </dgm:pt>
    <dgm:pt modelId="{88C5EC20-7F24-47E8-A026-A13A1AEEC996}">
      <dgm:prSet/>
      <dgm:spPr/>
      <dgm:t>
        <a:bodyPr/>
        <a:lstStyle/>
        <a:p>
          <a:pPr>
            <a:buNone/>
          </a:pPr>
          <a:r>
            <a:rPr lang="es-ES"/>
            <a:t>ON UPDATE CASCADE: actualiza automáticamente los hijos si cambia el padre.</a:t>
          </a:r>
          <a:endParaRPr lang="en-US"/>
        </a:p>
      </dgm:t>
    </dgm:pt>
    <dgm:pt modelId="{FEB6D149-C8DE-4915-BBE7-61297EB3A29A}" type="parTrans" cxnId="{B670DCC3-0A87-4A5C-9D58-A823DD66085F}">
      <dgm:prSet/>
      <dgm:spPr/>
      <dgm:t>
        <a:bodyPr/>
        <a:lstStyle/>
        <a:p>
          <a:endParaRPr lang="en-US"/>
        </a:p>
      </dgm:t>
    </dgm:pt>
    <dgm:pt modelId="{7B430208-4EE0-4D3C-9BEA-0E2F542A83C4}" type="sibTrans" cxnId="{B670DCC3-0A87-4A5C-9D58-A823DD66085F}">
      <dgm:prSet/>
      <dgm:spPr/>
      <dgm:t>
        <a:bodyPr/>
        <a:lstStyle/>
        <a:p>
          <a:endParaRPr lang="en-US"/>
        </a:p>
      </dgm:t>
    </dgm:pt>
    <dgm:pt modelId="{5C2613E1-EEFF-4AB1-9942-DE1BE12B8768}">
      <dgm:prSet/>
      <dgm:spPr/>
      <dgm:t>
        <a:bodyPr/>
        <a:lstStyle/>
        <a:p>
          <a:pPr>
            <a:buNone/>
          </a:pPr>
          <a:r>
            <a:rPr lang="es-ES"/>
            <a:t>Puedes cambiar las acciones según lo que necesites (RESTRICT, SET NULL, etc.).</a:t>
          </a:r>
          <a:endParaRPr lang="en-US"/>
        </a:p>
      </dgm:t>
    </dgm:pt>
    <dgm:pt modelId="{A92A2EBA-A7AC-4118-B96B-9B78D9925323}" type="parTrans" cxnId="{965E97CC-90F1-4FDE-BB3B-646FDFAF0893}">
      <dgm:prSet/>
      <dgm:spPr/>
      <dgm:t>
        <a:bodyPr/>
        <a:lstStyle/>
        <a:p>
          <a:endParaRPr lang="en-US"/>
        </a:p>
      </dgm:t>
    </dgm:pt>
    <dgm:pt modelId="{4FB4D447-681A-4A7E-B6DA-D1DCCC6F03BA}" type="sibTrans" cxnId="{965E97CC-90F1-4FDE-BB3B-646FDFAF0893}">
      <dgm:prSet/>
      <dgm:spPr/>
      <dgm:t>
        <a:bodyPr/>
        <a:lstStyle/>
        <a:p>
          <a:endParaRPr lang="en-US"/>
        </a:p>
      </dgm:t>
    </dgm:pt>
    <dgm:pt modelId="{B6246610-CDA9-47DF-8D45-FF123DAF3C16}" type="pres">
      <dgm:prSet presAssocID="{AAB4A179-130E-4950-AAFE-7A89A88F6CD1}" presName="linear" presStyleCnt="0">
        <dgm:presLayoutVars>
          <dgm:dir/>
          <dgm:animLvl val="lvl"/>
          <dgm:resizeHandles val="exact"/>
        </dgm:presLayoutVars>
      </dgm:prSet>
      <dgm:spPr/>
    </dgm:pt>
    <dgm:pt modelId="{3254E45F-253C-46D5-8CCC-819EAEF863B2}" type="pres">
      <dgm:prSet presAssocID="{A4F606DE-B5FB-416F-8FD6-9E6A1B7F9B37}" presName="parentLin" presStyleCnt="0"/>
      <dgm:spPr/>
    </dgm:pt>
    <dgm:pt modelId="{4566DE66-0821-44F2-BCD0-941E576847D2}" type="pres">
      <dgm:prSet presAssocID="{A4F606DE-B5FB-416F-8FD6-9E6A1B7F9B37}" presName="parentLeftMargin" presStyleLbl="node1" presStyleIdx="0" presStyleCnt="2"/>
      <dgm:spPr/>
    </dgm:pt>
    <dgm:pt modelId="{0B072C7E-63A2-4EB3-A42B-506B806BC449}" type="pres">
      <dgm:prSet presAssocID="{A4F606DE-B5FB-416F-8FD6-9E6A1B7F9B3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3637345-495F-49DE-9AC9-58732A8D5432}" type="pres">
      <dgm:prSet presAssocID="{A4F606DE-B5FB-416F-8FD6-9E6A1B7F9B37}" presName="negativeSpace" presStyleCnt="0"/>
      <dgm:spPr/>
    </dgm:pt>
    <dgm:pt modelId="{3EE25CA6-FB17-4F76-B4AD-112BC524A7FD}" type="pres">
      <dgm:prSet presAssocID="{A4F606DE-B5FB-416F-8FD6-9E6A1B7F9B37}" presName="childText" presStyleLbl="conFgAcc1" presStyleIdx="0" presStyleCnt="2">
        <dgm:presLayoutVars>
          <dgm:bulletEnabled val="1"/>
        </dgm:presLayoutVars>
      </dgm:prSet>
      <dgm:spPr/>
    </dgm:pt>
    <dgm:pt modelId="{768F362C-12F6-4039-8EE0-070A8043A6EA}" type="pres">
      <dgm:prSet presAssocID="{82F5AE75-4AD2-4E97-93D2-65DA9E3071C4}" presName="spaceBetweenRectangles" presStyleCnt="0"/>
      <dgm:spPr/>
    </dgm:pt>
    <dgm:pt modelId="{1D08B36F-B351-4E21-B382-72C6FAF94624}" type="pres">
      <dgm:prSet presAssocID="{6758172D-D96B-471C-AB06-203D3086DFF6}" presName="parentLin" presStyleCnt="0"/>
      <dgm:spPr/>
    </dgm:pt>
    <dgm:pt modelId="{A3EA27AF-FE02-42A3-A865-ABBE9F02AAFA}" type="pres">
      <dgm:prSet presAssocID="{6758172D-D96B-471C-AB06-203D3086DFF6}" presName="parentLeftMargin" presStyleLbl="node1" presStyleIdx="0" presStyleCnt="2"/>
      <dgm:spPr/>
    </dgm:pt>
    <dgm:pt modelId="{F98CF61E-2FBE-4B23-AD0D-F44B30BDDCFB}" type="pres">
      <dgm:prSet presAssocID="{6758172D-D96B-471C-AB06-203D3086DFF6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D3A7BF2E-0A15-4543-8973-B43012F1CD50}" type="pres">
      <dgm:prSet presAssocID="{6758172D-D96B-471C-AB06-203D3086DFF6}" presName="negativeSpace" presStyleCnt="0"/>
      <dgm:spPr/>
    </dgm:pt>
    <dgm:pt modelId="{6A279ED7-D807-4E7D-8BB2-A89A9465A711}" type="pres">
      <dgm:prSet presAssocID="{6758172D-D96B-471C-AB06-203D3086DFF6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4E9FA40F-9634-4061-8289-8189970BD4BC}" type="presOf" srcId="{326A2A86-9F62-4AB1-A7A6-467B594193E8}" destId="{6A279ED7-D807-4E7D-8BB2-A89A9465A711}" srcOrd="0" destOrd="6" presId="urn:microsoft.com/office/officeart/2005/8/layout/list1"/>
    <dgm:cxn modelId="{1D4D2710-7967-4E7C-9165-A404B884A6D5}" type="presOf" srcId="{6758172D-D96B-471C-AB06-203D3086DFF6}" destId="{A3EA27AF-FE02-42A3-A865-ABBE9F02AAFA}" srcOrd="0" destOrd="0" presId="urn:microsoft.com/office/officeart/2005/8/layout/list1"/>
    <dgm:cxn modelId="{D1669416-E742-4CB6-911A-E48EBA2334AE}" srcId="{6758172D-D96B-471C-AB06-203D3086DFF6}" destId="{D317E12E-95AC-4263-81E6-67F261694D8A}" srcOrd="0" destOrd="0" parTransId="{3F34AAA5-7AE0-4BC3-98D9-5F079857292E}" sibTransId="{779CAE54-00FC-4BAB-8465-7255C33A1715}"/>
    <dgm:cxn modelId="{D6CCED18-945D-41B0-B866-E2DED5E78E53}" srcId="{6758172D-D96B-471C-AB06-203D3086DFF6}" destId="{4BA2377F-4FC5-4BC3-9D6B-B8BF89104AD5}" srcOrd="2" destOrd="0" parTransId="{82E67107-BFCA-45C7-B391-0ACE8E505236}" sibTransId="{A8072970-F894-4124-BF8C-57ECFBBB606B}"/>
    <dgm:cxn modelId="{C237CC2F-2FD6-43A6-9E47-2232942D005C}" type="presOf" srcId="{D317E12E-95AC-4263-81E6-67F261694D8A}" destId="{6A279ED7-D807-4E7D-8BB2-A89A9465A711}" srcOrd="0" destOrd="0" presId="urn:microsoft.com/office/officeart/2005/8/layout/list1"/>
    <dgm:cxn modelId="{4E1E4032-9943-453E-9904-48146B8DC95F}" srcId="{6758172D-D96B-471C-AB06-203D3086DFF6}" destId="{326A2A86-9F62-4AB1-A7A6-467B594193E8}" srcOrd="6" destOrd="0" parTransId="{8A0C222F-5DDF-41F0-BB26-ED2D6DC52705}" sibTransId="{A54228CA-04F2-40B0-9866-98908983BA6E}"/>
    <dgm:cxn modelId="{5B2D0237-52BD-46C2-A9BF-887249A87503}" srcId="{6758172D-D96B-471C-AB06-203D3086DFF6}" destId="{8CC50CB7-B446-40F4-A4EE-C8CD54B99D40}" srcOrd="5" destOrd="0" parTransId="{E8A96B80-9477-4CC3-BBC7-F19A16FFB390}" sibTransId="{10AFEE00-6FE4-40FC-A078-40866B7DB636}"/>
    <dgm:cxn modelId="{C5CDD75B-FBD7-4D56-85F6-B2FD65F61F4F}" type="presOf" srcId="{A4F606DE-B5FB-416F-8FD6-9E6A1B7F9B37}" destId="{0B072C7E-63A2-4EB3-A42B-506B806BC449}" srcOrd="1" destOrd="0" presId="urn:microsoft.com/office/officeart/2005/8/layout/list1"/>
    <dgm:cxn modelId="{B5D69E67-B89C-466D-B9BA-658184485A45}" type="presOf" srcId="{D9ECAC9B-FF41-43E1-9E1C-81A3337EDB31}" destId="{6A279ED7-D807-4E7D-8BB2-A89A9465A711}" srcOrd="0" destOrd="3" presId="urn:microsoft.com/office/officeart/2005/8/layout/list1"/>
    <dgm:cxn modelId="{F4120448-C95F-41D3-8525-31E06BC37497}" type="presOf" srcId="{7AACF9C6-A5E4-4A67-8025-32A85BF04C72}" destId="{6A279ED7-D807-4E7D-8BB2-A89A9465A711}" srcOrd="0" destOrd="4" presId="urn:microsoft.com/office/officeart/2005/8/layout/list1"/>
    <dgm:cxn modelId="{2A14B968-4CCC-44DA-A747-48ED306D2677}" srcId="{6758172D-D96B-471C-AB06-203D3086DFF6}" destId="{7AACF9C6-A5E4-4A67-8025-32A85BF04C72}" srcOrd="4" destOrd="0" parTransId="{4AB8CC52-BD13-4B66-A6A0-CE5A6B458DE6}" sibTransId="{35EDCCB4-BD4D-42FE-B46C-2A0C309DC769}"/>
    <dgm:cxn modelId="{B346374A-DE0D-40EE-AE52-28EAA70347E4}" type="presOf" srcId="{4BA2377F-4FC5-4BC3-9D6B-B8BF89104AD5}" destId="{6A279ED7-D807-4E7D-8BB2-A89A9465A711}" srcOrd="0" destOrd="2" presId="urn:microsoft.com/office/officeart/2005/8/layout/list1"/>
    <dgm:cxn modelId="{F5609954-AD7A-4EE9-9595-663C213988E9}" type="presOf" srcId="{88C5EC20-7F24-47E8-A026-A13A1AEEC996}" destId="{6A279ED7-D807-4E7D-8BB2-A89A9465A711}" srcOrd="0" destOrd="7" presId="urn:microsoft.com/office/officeart/2005/8/layout/list1"/>
    <dgm:cxn modelId="{DC26D579-879C-4F78-A4F0-052EADE960FA}" srcId="{AAB4A179-130E-4950-AAFE-7A89A88F6CD1}" destId="{A4F606DE-B5FB-416F-8FD6-9E6A1B7F9B37}" srcOrd="0" destOrd="0" parTransId="{2D9169F2-927A-46FE-9184-93AEE065446E}" sibTransId="{82F5AE75-4AD2-4E97-93D2-65DA9E3071C4}"/>
    <dgm:cxn modelId="{B29C5E7B-7908-4A46-81D6-F89F79B5E523}" type="presOf" srcId="{43EC324D-8D31-4F0C-952D-FF7D7CF6687A}" destId="{3EE25CA6-FB17-4F76-B4AD-112BC524A7FD}" srcOrd="0" destOrd="0" presId="urn:microsoft.com/office/officeart/2005/8/layout/list1"/>
    <dgm:cxn modelId="{64C57589-CEBF-416A-93A2-BA3AFC1FE952}" type="presOf" srcId="{AAB4A179-130E-4950-AAFE-7A89A88F6CD1}" destId="{B6246610-CDA9-47DF-8D45-FF123DAF3C16}" srcOrd="0" destOrd="0" presId="urn:microsoft.com/office/officeart/2005/8/layout/list1"/>
    <dgm:cxn modelId="{1AF6AB92-D0B0-4B95-80A6-7745EBC6BB66}" type="presOf" srcId="{13978004-CCAD-4EDE-8772-E56825C0CC72}" destId="{6A279ED7-D807-4E7D-8BB2-A89A9465A711}" srcOrd="0" destOrd="1" presId="urn:microsoft.com/office/officeart/2005/8/layout/list1"/>
    <dgm:cxn modelId="{C53C8495-0A17-48F8-AF92-9511FB6D23DB}" type="presOf" srcId="{5C2613E1-EEFF-4AB1-9942-DE1BE12B8768}" destId="{6A279ED7-D807-4E7D-8BB2-A89A9465A711}" srcOrd="0" destOrd="8" presId="urn:microsoft.com/office/officeart/2005/8/layout/list1"/>
    <dgm:cxn modelId="{C537BEA4-30F9-44B5-A1AE-C51A7AF06548}" type="presOf" srcId="{6758172D-D96B-471C-AB06-203D3086DFF6}" destId="{F98CF61E-2FBE-4B23-AD0D-F44B30BDDCFB}" srcOrd="1" destOrd="0" presId="urn:microsoft.com/office/officeart/2005/8/layout/list1"/>
    <dgm:cxn modelId="{FD1776AB-B23E-4E4C-947A-83CBB505FBEF}" srcId="{AAB4A179-130E-4950-AAFE-7A89A88F6CD1}" destId="{6758172D-D96B-471C-AB06-203D3086DFF6}" srcOrd="1" destOrd="0" parTransId="{D5EF94B0-05F0-4A17-B4AB-9B4A58DE29BF}" sibTransId="{1CA3780D-2A2B-4F4C-97C4-DE3DDD57C3A1}"/>
    <dgm:cxn modelId="{AB848AB4-6C4F-41F4-8B71-B4AF62FC8DC2}" type="presOf" srcId="{A4F606DE-B5FB-416F-8FD6-9E6A1B7F9B37}" destId="{4566DE66-0821-44F2-BCD0-941E576847D2}" srcOrd="0" destOrd="0" presId="urn:microsoft.com/office/officeart/2005/8/layout/list1"/>
    <dgm:cxn modelId="{DD0B96BE-D446-41E1-A475-CDCEC5C346A1}" type="presOf" srcId="{8CC50CB7-B446-40F4-A4EE-C8CD54B99D40}" destId="{6A279ED7-D807-4E7D-8BB2-A89A9465A711}" srcOrd="0" destOrd="5" presId="urn:microsoft.com/office/officeart/2005/8/layout/list1"/>
    <dgm:cxn modelId="{61351AC3-1579-4D4A-9E86-78D1661DB4FD}" srcId="{6758172D-D96B-471C-AB06-203D3086DFF6}" destId="{13978004-CCAD-4EDE-8772-E56825C0CC72}" srcOrd="1" destOrd="0" parTransId="{76DAC936-1153-4899-B057-316B39CC5232}" sibTransId="{71D91EDB-3D39-43E7-9868-5D5615DC1720}"/>
    <dgm:cxn modelId="{B670DCC3-0A87-4A5C-9D58-A823DD66085F}" srcId="{6758172D-D96B-471C-AB06-203D3086DFF6}" destId="{88C5EC20-7F24-47E8-A026-A13A1AEEC996}" srcOrd="7" destOrd="0" parTransId="{FEB6D149-C8DE-4915-BBE7-61297EB3A29A}" sibTransId="{7B430208-4EE0-4D3C-9BEA-0E2F542A83C4}"/>
    <dgm:cxn modelId="{965E97CC-90F1-4FDE-BB3B-646FDFAF0893}" srcId="{6758172D-D96B-471C-AB06-203D3086DFF6}" destId="{5C2613E1-EEFF-4AB1-9942-DE1BE12B8768}" srcOrd="8" destOrd="0" parTransId="{A92A2EBA-A7AC-4118-B96B-9B78D9925323}" sibTransId="{4FB4D447-681A-4A7E-B6DA-D1DCCC6F03BA}"/>
    <dgm:cxn modelId="{799080E6-048B-462A-88F4-57FBAE374C1E}" srcId="{6758172D-D96B-471C-AB06-203D3086DFF6}" destId="{D9ECAC9B-FF41-43E1-9E1C-81A3337EDB31}" srcOrd="3" destOrd="0" parTransId="{CBC81759-C450-4B81-A5EC-9FFCD598A081}" sibTransId="{B1F50411-0B19-4ED8-BFB6-57A861E10480}"/>
    <dgm:cxn modelId="{93D821EC-89F8-426E-A6BE-5FD508969ACB}" srcId="{A4F606DE-B5FB-416F-8FD6-9E6A1B7F9B37}" destId="{43EC324D-8D31-4F0C-952D-FF7D7CF6687A}" srcOrd="0" destOrd="0" parTransId="{C25D7443-CAB7-4C37-9250-5E6FD0F0D53F}" sibTransId="{5962F02E-AB37-4760-A216-92EE9989483C}"/>
    <dgm:cxn modelId="{3F95EC79-9B40-4A18-A866-3A60AF486F08}" type="presParOf" srcId="{B6246610-CDA9-47DF-8D45-FF123DAF3C16}" destId="{3254E45F-253C-46D5-8CCC-819EAEF863B2}" srcOrd="0" destOrd="0" presId="urn:microsoft.com/office/officeart/2005/8/layout/list1"/>
    <dgm:cxn modelId="{CC321071-A286-470A-8E60-6EE95D5FD4C2}" type="presParOf" srcId="{3254E45F-253C-46D5-8CCC-819EAEF863B2}" destId="{4566DE66-0821-44F2-BCD0-941E576847D2}" srcOrd="0" destOrd="0" presId="urn:microsoft.com/office/officeart/2005/8/layout/list1"/>
    <dgm:cxn modelId="{EDFC519D-7890-40B6-B085-B2F323E8F63B}" type="presParOf" srcId="{3254E45F-253C-46D5-8CCC-819EAEF863B2}" destId="{0B072C7E-63A2-4EB3-A42B-506B806BC449}" srcOrd="1" destOrd="0" presId="urn:microsoft.com/office/officeart/2005/8/layout/list1"/>
    <dgm:cxn modelId="{15A6DD13-4D1B-4D64-87E4-B8FD49DE3395}" type="presParOf" srcId="{B6246610-CDA9-47DF-8D45-FF123DAF3C16}" destId="{E3637345-495F-49DE-9AC9-58732A8D5432}" srcOrd="1" destOrd="0" presId="urn:microsoft.com/office/officeart/2005/8/layout/list1"/>
    <dgm:cxn modelId="{EA6E7470-351F-42F8-A438-871067565061}" type="presParOf" srcId="{B6246610-CDA9-47DF-8D45-FF123DAF3C16}" destId="{3EE25CA6-FB17-4F76-B4AD-112BC524A7FD}" srcOrd="2" destOrd="0" presId="urn:microsoft.com/office/officeart/2005/8/layout/list1"/>
    <dgm:cxn modelId="{3910B935-3C57-46B8-8850-41C4029CFD23}" type="presParOf" srcId="{B6246610-CDA9-47DF-8D45-FF123DAF3C16}" destId="{768F362C-12F6-4039-8EE0-070A8043A6EA}" srcOrd="3" destOrd="0" presId="urn:microsoft.com/office/officeart/2005/8/layout/list1"/>
    <dgm:cxn modelId="{D83F1DD1-3D12-460C-AF6F-26B4EA3C9C54}" type="presParOf" srcId="{B6246610-CDA9-47DF-8D45-FF123DAF3C16}" destId="{1D08B36F-B351-4E21-B382-72C6FAF94624}" srcOrd="4" destOrd="0" presId="urn:microsoft.com/office/officeart/2005/8/layout/list1"/>
    <dgm:cxn modelId="{34902DAA-BCC9-481B-A959-AE2AD6B6C797}" type="presParOf" srcId="{1D08B36F-B351-4E21-B382-72C6FAF94624}" destId="{A3EA27AF-FE02-42A3-A865-ABBE9F02AAFA}" srcOrd="0" destOrd="0" presId="urn:microsoft.com/office/officeart/2005/8/layout/list1"/>
    <dgm:cxn modelId="{DDF07A93-5935-46EF-B9A1-78542123AFB8}" type="presParOf" srcId="{1D08B36F-B351-4E21-B382-72C6FAF94624}" destId="{F98CF61E-2FBE-4B23-AD0D-F44B30BDDCFB}" srcOrd="1" destOrd="0" presId="urn:microsoft.com/office/officeart/2005/8/layout/list1"/>
    <dgm:cxn modelId="{0C9BB12C-B0FA-47D4-A9DC-3A5AEF7775AA}" type="presParOf" srcId="{B6246610-CDA9-47DF-8D45-FF123DAF3C16}" destId="{D3A7BF2E-0A15-4543-8973-B43012F1CD50}" srcOrd="5" destOrd="0" presId="urn:microsoft.com/office/officeart/2005/8/layout/list1"/>
    <dgm:cxn modelId="{BD146AAD-2B16-4767-9AA3-FCBB39E11367}" type="presParOf" srcId="{B6246610-CDA9-47DF-8D45-FF123DAF3C16}" destId="{6A279ED7-D807-4E7D-8BB2-A89A9465A711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F14310-82E0-46DC-8EC3-4D297A628C5E}">
      <dsp:nvSpPr>
        <dsp:cNvPr id="0" name=""/>
        <dsp:cNvSpPr/>
      </dsp:nvSpPr>
      <dsp:spPr>
        <a:xfrm>
          <a:off x="730349" y="375668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A299B8-9D09-445E-AE35-501595A3D561}">
      <dsp:nvSpPr>
        <dsp:cNvPr id="0" name=""/>
        <dsp:cNvSpPr/>
      </dsp:nvSpPr>
      <dsp:spPr>
        <a:xfrm>
          <a:off x="1198349" y="843669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1BF4E6-AE4F-48C0-A5DB-A743EAD58323}">
      <dsp:nvSpPr>
        <dsp:cNvPr id="0" name=""/>
        <dsp:cNvSpPr/>
      </dsp:nvSpPr>
      <dsp:spPr>
        <a:xfrm>
          <a:off x="28349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• CREATE DATABASE nombre_bd;</a:t>
          </a:r>
        </a:p>
      </dsp:txBody>
      <dsp:txXfrm>
        <a:off x="28349" y="3255669"/>
        <a:ext cx="3600000" cy="720000"/>
      </dsp:txXfrm>
    </dsp:sp>
    <dsp:sp modelId="{341FA52A-C9F9-4AFF-9DD0-2C8B087281DC}">
      <dsp:nvSpPr>
        <dsp:cNvPr id="0" name=""/>
        <dsp:cNvSpPr/>
      </dsp:nvSpPr>
      <dsp:spPr>
        <a:xfrm>
          <a:off x="4960350" y="375668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7D5017-E711-48C0-92CA-88FC605F8400}">
      <dsp:nvSpPr>
        <dsp:cNvPr id="0" name=""/>
        <dsp:cNvSpPr/>
      </dsp:nvSpPr>
      <dsp:spPr>
        <a:xfrm>
          <a:off x="5428350" y="843669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379497-28E7-4C70-A5A1-835F48E9D63A}">
      <dsp:nvSpPr>
        <dsp:cNvPr id="0" name=""/>
        <dsp:cNvSpPr/>
      </dsp:nvSpPr>
      <dsp:spPr>
        <a:xfrm>
          <a:off x="4258350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• USE nombre_bd;</a:t>
          </a:r>
        </a:p>
      </dsp:txBody>
      <dsp:txXfrm>
        <a:off x="4258350" y="3255669"/>
        <a:ext cx="36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D149CC-94BA-42BB-AB18-D6C4D1A8D00A}">
      <dsp:nvSpPr>
        <dsp:cNvPr id="0" name=""/>
        <dsp:cNvSpPr/>
      </dsp:nvSpPr>
      <dsp:spPr>
        <a:xfrm>
          <a:off x="0" y="381548"/>
          <a:ext cx="4683949" cy="62361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• </a:t>
          </a:r>
          <a:r>
            <a:rPr lang="en-US" sz="2600" kern="1200" dirty="0" err="1"/>
            <a:t>Sintáxis</a:t>
          </a:r>
          <a:r>
            <a:rPr lang="en-US" sz="2600" kern="1200" dirty="0"/>
            <a:t> general</a:t>
          </a:r>
        </a:p>
      </dsp:txBody>
      <dsp:txXfrm>
        <a:off x="30442" y="411990"/>
        <a:ext cx="4623065" cy="562726"/>
      </dsp:txXfrm>
    </dsp:sp>
    <dsp:sp modelId="{65881B19-E8F3-42E0-8701-E0C2354F08B5}">
      <dsp:nvSpPr>
        <dsp:cNvPr id="0" name=""/>
        <dsp:cNvSpPr/>
      </dsp:nvSpPr>
      <dsp:spPr>
        <a:xfrm>
          <a:off x="0" y="1005158"/>
          <a:ext cx="4683949" cy="13724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15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CREATE TABLE </a:t>
          </a:r>
          <a:r>
            <a:rPr lang="en-US" sz="2000" kern="1200" dirty="0" err="1"/>
            <a:t>nombre_tabla</a:t>
          </a:r>
          <a:r>
            <a:rPr lang="en-US" sz="2000" kern="1200" dirty="0"/>
            <a:t> (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000" kern="1200"/>
            <a:t>nombre_campo tipo_dato,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000" kern="1200"/>
            <a:t>nombre_campo tipo_dato,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000" kern="1200"/>
            <a:t>creación_indices</a:t>
          </a:r>
          <a:r>
            <a:rPr lang="en-US" sz="2000" kern="1200"/>
            <a:t>);</a:t>
          </a:r>
        </a:p>
      </dsp:txBody>
      <dsp:txXfrm>
        <a:off x="0" y="1005158"/>
        <a:ext cx="4683949" cy="1372410"/>
      </dsp:txXfrm>
    </dsp:sp>
    <dsp:sp modelId="{2317ECEA-2C19-47F7-8523-5FFA5EB2E343}">
      <dsp:nvSpPr>
        <dsp:cNvPr id="0" name=""/>
        <dsp:cNvSpPr/>
      </dsp:nvSpPr>
      <dsp:spPr>
        <a:xfrm>
          <a:off x="0" y="2377568"/>
          <a:ext cx="4683949" cy="62361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/>
            <a:t>La creación de índices puede ser:</a:t>
          </a:r>
          <a:endParaRPr lang="en-US" sz="2600" kern="1200"/>
        </a:p>
      </dsp:txBody>
      <dsp:txXfrm>
        <a:off x="30442" y="2408010"/>
        <a:ext cx="4623065" cy="562726"/>
      </dsp:txXfrm>
    </dsp:sp>
    <dsp:sp modelId="{43A982B5-EFED-419B-9071-7C016AFBDBE0}">
      <dsp:nvSpPr>
        <dsp:cNvPr id="0" name=""/>
        <dsp:cNvSpPr/>
      </dsp:nvSpPr>
      <dsp:spPr>
        <a:xfrm>
          <a:off x="0" y="3001178"/>
          <a:ext cx="4683949" cy="2206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15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000" kern="1200"/>
            <a:t>Primary key(nombre_campo)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000" kern="1200"/>
            <a:t>Constraint nombreRestricción foreign key(clave ajena) references tabla(Clave principal) on delete cascade on update cascade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000" kern="1200"/>
            <a:t>Unique(nombre_campo)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000" kern="1200"/>
            <a:t>Index(nombre_campo)</a:t>
          </a:r>
          <a:endParaRPr lang="en-US" sz="2000" kern="1200"/>
        </a:p>
      </dsp:txBody>
      <dsp:txXfrm>
        <a:off x="0" y="3001178"/>
        <a:ext cx="4683949" cy="22066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A0B2C5-7109-4B15-9270-84370D8E8751}">
      <dsp:nvSpPr>
        <dsp:cNvPr id="0" name=""/>
        <dsp:cNvSpPr/>
      </dsp:nvSpPr>
      <dsp:spPr>
        <a:xfrm rot="5400000">
          <a:off x="5148631" y="-2071775"/>
          <a:ext cx="894992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ALTER TABLE productos ADD COLUMN precio INT;</a:t>
          </a:r>
        </a:p>
      </dsp:txBody>
      <dsp:txXfrm rot="-5400000">
        <a:off x="2962655" y="157891"/>
        <a:ext cx="5223254" cy="807612"/>
      </dsp:txXfrm>
    </dsp:sp>
    <dsp:sp modelId="{4AAAFDE7-F163-496A-A5C2-B7181537BC98}">
      <dsp:nvSpPr>
        <dsp:cNvPr id="0" name=""/>
        <dsp:cNvSpPr/>
      </dsp:nvSpPr>
      <dsp:spPr>
        <a:xfrm>
          <a:off x="0" y="2325"/>
          <a:ext cx="2962656" cy="11187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100" kern="1200"/>
            <a:t>Agregar columnas:</a:t>
          </a:r>
          <a:endParaRPr lang="en-US" sz="3100" kern="1200"/>
        </a:p>
      </dsp:txBody>
      <dsp:txXfrm>
        <a:off x="54612" y="56937"/>
        <a:ext cx="2853432" cy="1009516"/>
      </dsp:txXfrm>
    </dsp:sp>
    <dsp:sp modelId="{B2D4EA87-363E-4F86-B852-7F566E8AA1DD}">
      <dsp:nvSpPr>
        <dsp:cNvPr id="0" name=""/>
        <dsp:cNvSpPr/>
      </dsp:nvSpPr>
      <dsp:spPr>
        <a:xfrm rot="5400000">
          <a:off x="5148631" y="-897097"/>
          <a:ext cx="894992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500" kern="1200"/>
            <a:t>ALTER TABLE productos MODIFY COLUMN precio BIGINT;</a:t>
          </a:r>
          <a:endParaRPr lang="en-US" sz="2500" kern="1200"/>
        </a:p>
      </dsp:txBody>
      <dsp:txXfrm rot="-5400000">
        <a:off x="2962655" y="1332569"/>
        <a:ext cx="5223254" cy="807612"/>
      </dsp:txXfrm>
    </dsp:sp>
    <dsp:sp modelId="{E28E7B55-ABC4-44BF-8371-1CE717444F4A}">
      <dsp:nvSpPr>
        <dsp:cNvPr id="0" name=""/>
        <dsp:cNvSpPr/>
      </dsp:nvSpPr>
      <dsp:spPr>
        <a:xfrm>
          <a:off x="0" y="1177003"/>
          <a:ext cx="2962656" cy="11187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100" kern="1200"/>
            <a:t>Modificar columnas:</a:t>
          </a:r>
          <a:endParaRPr lang="en-US" sz="3100" kern="1200"/>
        </a:p>
      </dsp:txBody>
      <dsp:txXfrm>
        <a:off x="54612" y="1231615"/>
        <a:ext cx="2853432" cy="1009516"/>
      </dsp:txXfrm>
    </dsp:sp>
    <dsp:sp modelId="{30E4414B-2F1B-4E79-A86D-66368D836575}">
      <dsp:nvSpPr>
        <dsp:cNvPr id="0" name=""/>
        <dsp:cNvSpPr/>
      </dsp:nvSpPr>
      <dsp:spPr>
        <a:xfrm rot="5400000">
          <a:off x="5148631" y="277579"/>
          <a:ext cx="894992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500" kern="1200"/>
            <a:t>ALTER TABLE productos DROP COLUMN precio;</a:t>
          </a:r>
          <a:endParaRPr lang="en-US" sz="2500" kern="1200"/>
        </a:p>
      </dsp:txBody>
      <dsp:txXfrm rot="-5400000">
        <a:off x="2962655" y="2507245"/>
        <a:ext cx="5223254" cy="807612"/>
      </dsp:txXfrm>
    </dsp:sp>
    <dsp:sp modelId="{0EC6C11A-7FA7-4D35-BA93-4A26D90070C0}">
      <dsp:nvSpPr>
        <dsp:cNvPr id="0" name=""/>
        <dsp:cNvSpPr/>
      </dsp:nvSpPr>
      <dsp:spPr>
        <a:xfrm>
          <a:off x="0" y="2351681"/>
          <a:ext cx="2962656" cy="11187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100" kern="1200"/>
            <a:t>Eliminar columnas:</a:t>
          </a:r>
          <a:endParaRPr lang="en-US" sz="3100" kern="1200"/>
        </a:p>
      </dsp:txBody>
      <dsp:txXfrm>
        <a:off x="54612" y="2406293"/>
        <a:ext cx="2853432" cy="1009516"/>
      </dsp:txXfrm>
    </dsp:sp>
    <dsp:sp modelId="{47420444-61D6-406A-85E7-1920F571BB64}">
      <dsp:nvSpPr>
        <dsp:cNvPr id="0" name=""/>
        <dsp:cNvSpPr/>
      </dsp:nvSpPr>
      <dsp:spPr>
        <a:xfrm rot="5400000">
          <a:off x="5148631" y="1452257"/>
          <a:ext cx="894992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500" kern="1200"/>
            <a:t>ALTER TABLE productos ADD COLUMN precio INT;</a:t>
          </a:r>
          <a:endParaRPr lang="en-US" sz="2500" kern="1200"/>
        </a:p>
      </dsp:txBody>
      <dsp:txXfrm rot="-5400000">
        <a:off x="2962655" y="3681923"/>
        <a:ext cx="5223254" cy="807612"/>
      </dsp:txXfrm>
    </dsp:sp>
    <dsp:sp modelId="{A99917F8-20BE-4690-9AD6-DE2517FDB1E1}">
      <dsp:nvSpPr>
        <dsp:cNvPr id="0" name=""/>
        <dsp:cNvSpPr/>
      </dsp:nvSpPr>
      <dsp:spPr>
        <a:xfrm>
          <a:off x="0" y="3526359"/>
          <a:ext cx="2962656" cy="11187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100" kern="1200"/>
            <a:t>Agregar columnas:</a:t>
          </a:r>
          <a:endParaRPr lang="en-US" sz="3100" kern="1200"/>
        </a:p>
      </dsp:txBody>
      <dsp:txXfrm>
        <a:off x="54612" y="3580971"/>
        <a:ext cx="2853432" cy="100951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A3411A-C78C-4003-93BD-A401486ED8C8}">
      <dsp:nvSpPr>
        <dsp:cNvPr id="0" name=""/>
        <dsp:cNvSpPr/>
      </dsp:nvSpPr>
      <dsp:spPr>
        <a:xfrm rot="5400000">
          <a:off x="5077506" y="-1982499"/>
          <a:ext cx="1037243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ALTER TABLE productos ADD CONSTRAINT fk_categoria 	FOREIGN KEY (categoria) REFERENCES categorias(id); </a:t>
          </a:r>
        </a:p>
      </dsp:txBody>
      <dsp:txXfrm rot="-5400000">
        <a:off x="2962656" y="182985"/>
        <a:ext cx="5216310" cy="935975"/>
      </dsp:txXfrm>
    </dsp:sp>
    <dsp:sp modelId="{6D41ACCE-FC7A-4606-B531-2250A82957DF}">
      <dsp:nvSpPr>
        <dsp:cNvPr id="0" name=""/>
        <dsp:cNvSpPr/>
      </dsp:nvSpPr>
      <dsp:spPr>
        <a:xfrm>
          <a:off x="0" y="2695"/>
          <a:ext cx="2962656" cy="129655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• </a:t>
          </a:r>
          <a:r>
            <a:rPr lang="es-ES" sz="3600" kern="1200"/>
            <a:t>Añadir clave ajena:</a:t>
          </a:r>
          <a:endParaRPr lang="en-US" sz="3600" kern="1200"/>
        </a:p>
      </dsp:txBody>
      <dsp:txXfrm>
        <a:off x="63293" y="65988"/>
        <a:ext cx="2836070" cy="1169967"/>
      </dsp:txXfrm>
    </dsp:sp>
    <dsp:sp modelId="{0B1C49C0-4EFB-40A6-A725-347BC2F8CF1A}">
      <dsp:nvSpPr>
        <dsp:cNvPr id="0" name=""/>
        <dsp:cNvSpPr/>
      </dsp:nvSpPr>
      <dsp:spPr>
        <a:xfrm rot="5400000">
          <a:off x="5077506" y="-621117"/>
          <a:ext cx="1037243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000" kern="1200"/>
            <a:t>ALTER TABLE producto CHANGE COLUMN columna_antigua columna_nueva int; 	</a:t>
          </a:r>
          <a:endParaRPr lang="en-US" sz="2000" kern="1200"/>
        </a:p>
      </dsp:txBody>
      <dsp:txXfrm rot="-5400000">
        <a:off x="2962656" y="1544367"/>
        <a:ext cx="5216310" cy="935975"/>
      </dsp:txXfrm>
    </dsp:sp>
    <dsp:sp modelId="{DE735132-A018-445C-BD82-452AE95CE484}">
      <dsp:nvSpPr>
        <dsp:cNvPr id="0" name=""/>
        <dsp:cNvSpPr/>
      </dsp:nvSpPr>
      <dsp:spPr>
        <a:xfrm>
          <a:off x="0" y="1364077"/>
          <a:ext cx="2962656" cy="129655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600" kern="1200"/>
            <a:t>• Renombrar una columna:</a:t>
          </a:r>
          <a:endParaRPr lang="en-US" sz="3600" kern="1200"/>
        </a:p>
      </dsp:txBody>
      <dsp:txXfrm>
        <a:off x="63293" y="1427370"/>
        <a:ext cx="2836070" cy="1169967"/>
      </dsp:txXfrm>
    </dsp:sp>
    <dsp:sp modelId="{B0078D72-C633-435E-9A09-F5F8308F5D30}">
      <dsp:nvSpPr>
        <dsp:cNvPr id="0" name=""/>
        <dsp:cNvSpPr/>
      </dsp:nvSpPr>
      <dsp:spPr>
        <a:xfrm rot="5400000">
          <a:off x="5077506" y="740263"/>
          <a:ext cx="1037243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000" kern="1200"/>
            <a:t>ALTER TABLE productos RENAME productos_nueva;</a:t>
          </a:r>
          <a:endParaRPr lang="en-US" sz="2000" kern="1200"/>
        </a:p>
      </dsp:txBody>
      <dsp:txXfrm rot="-5400000">
        <a:off x="2962656" y="2905747"/>
        <a:ext cx="5216310" cy="935975"/>
      </dsp:txXfrm>
    </dsp:sp>
    <dsp:sp modelId="{9002C2E3-0F99-4401-BAA6-ADA0C027ACBB}">
      <dsp:nvSpPr>
        <dsp:cNvPr id="0" name=""/>
        <dsp:cNvSpPr/>
      </dsp:nvSpPr>
      <dsp:spPr>
        <a:xfrm>
          <a:off x="0" y="2725458"/>
          <a:ext cx="2962656" cy="129655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600" kern="1200"/>
            <a:t>• Renombrar tabla:</a:t>
          </a:r>
          <a:endParaRPr lang="en-US" sz="3600" kern="1200"/>
        </a:p>
      </dsp:txBody>
      <dsp:txXfrm>
        <a:off x="63293" y="2788751"/>
        <a:ext cx="2836070" cy="1169967"/>
      </dsp:txXfrm>
    </dsp:sp>
    <dsp:sp modelId="{3E2AC844-2FD5-431F-959F-A3C03849CE3A}">
      <dsp:nvSpPr>
        <dsp:cNvPr id="0" name=""/>
        <dsp:cNvSpPr/>
      </dsp:nvSpPr>
      <dsp:spPr>
        <a:xfrm rot="5400000">
          <a:off x="5077506" y="2101645"/>
          <a:ext cx="1037243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000" kern="1200"/>
            <a:t>ALTER TABLE productos ADD COLUMN precio INT;</a:t>
          </a:r>
          <a:endParaRPr lang="en-US" sz="2000" kern="1200"/>
        </a:p>
      </dsp:txBody>
      <dsp:txXfrm rot="-5400000">
        <a:off x="2962656" y="4267129"/>
        <a:ext cx="5216310" cy="935975"/>
      </dsp:txXfrm>
    </dsp:sp>
    <dsp:sp modelId="{51276E29-6BA1-4006-9DEF-083BDA64FFF2}">
      <dsp:nvSpPr>
        <dsp:cNvPr id="0" name=""/>
        <dsp:cNvSpPr/>
      </dsp:nvSpPr>
      <dsp:spPr>
        <a:xfrm>
          <a:off x="0" y="4086840"/>
          <a:ext cx="2962656" cy="129655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600" kern="1200"/>
            <a:t>• Agregar columnas:</a:t>
          </a:r>
          <a:endParaRPr lang="en-US" sz="3600" kern="1200"/>
        </a:p>
      </dsp:txBody>
      <dsp:txXfrm>
        <a:off x="63293" y="4150133"/>
        <a:ext cx="2836070" cy="116996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E25CA6-FB17-4F76-B4AD-112BC524A7FD}">
      <dsp:nvSpPr>
        <dsp:cNvPr id="0" name=""/>
        <dsp:cNvSpPr/>
      </dsp:nvSpPr>
      <dsp:spPr>
        <a:xfrm>
          <a:off x="0" y="326988"/>
          <a:ext cx="7886700" cy="793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096" tIns="291592" rIns="612096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ES" sz="1400" kern="1200" dirty="0"/>
            <a:t>ALTER TABLE </a:t>
          </a:r>
          <a:r>
            <a:rPr lang="es-ES" sz="1400" kern="1200" dirty="0" err="1"/>
            <a:t>nombre_tabla</a:t>
          </a:r>
          <a:r>
            <a:rPr lang="es-ES" sz="1400" kern="1200" dirty="0"/>
            <a:t> DROP FOREIGN KEY </a:t>
          </a:r>
          <a:r>
            <a:rPr lang="es-ES" sz="1400" kern="1200" dirty="0" err="1"/>
            <a:t>fk_ejemplo</a:t>
          </a:r>
          <a:r>
            <a:rPr lang="es-ES" sz="1400" kern="1200" dirty="0"/>
            <a:t>;</a:t>
          </a:r>
          <a:br>
            <a:rPr lang="es-ES" sz="1400" kern="1200" dirty="0"/>
          </a:br>
          <a:endParaRPr lang="en-US" sz="1400" kern="1200" dirty="0"/>
        </a:p>
      </dsp:txBody>
      <dsp:txXfrm>
        <a:off x="0" y="326988"/>
        <a:ext cx="7886700" cy="793800"/>
      </dsp:txXfrm>
    </dsp:sp>
    <dsp:sp modelId="{0B072C7E-63A2-4EB3-A42B-506B806BC449}">
      <dsp:nvSpPr>
        <dsp:cNvPr id="0" name=""/>
        <dsp:cNvSpPr/>
      </dsp:nvSpPr>
      <dsp:spPr>
        <a:xfrm>
          <a:off x="394335" y="120348"/>
          <a:ext cx="5520690" cy="4132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 dirty="0"/>
            <a:t>Eliminar la clave ajena existente</a:t>
          </a:r>
          <a:endParaRPr lang="en-US" sz="1400" kern="1200" dirty="0"/>
        </a:p>
      </dsp:txBody>
      <dsp:txXfrm>
        <a:off x="414510" y="140523"/>
        <a:ext cx="5480340" cy="372930"/>
      </dsp:txXfrm>
    </dsp:sp>
    <dsp:sp modelId="{6A279ED7-D807-4E7D-8BB2-A89A9465A711}">
      <dsp:nvSpPr>
        <dsp:cNvPr id="0" name=""/>
        <dsp:cNvSpPr/>
      </dsp:nvSpPr>
      <dsp:spPr>
        <a:xfrm>
          <a:off x="0" y="1403028"/>
          <a:ext cx="7886700" cy="2425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096" tIns="291592" rIns="612096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ES" sz="1400" kern="1200" dirty="0"/>
            <a:t>ALTER TABLE </a:t>
          </a:r>
          <a:r>
            <a:rPr lang="es-ES" sz="1400" kern="1200" dirty="0" err="1"/>
            <a:t>nombre_tabla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ES" sz="1400" kern="1200"/>
            <a:t>ADD CONSTRAINT fk_ejemplo_nueva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ES" sz="1400" kern="1200"/>
            <a:t>FOREIGN KEY (columna_id)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ES" sz="1400" kern="1200"/>
            <a:t>REFERENCES otra_tabla(id)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ES" sz="1400" kern="1200"/>
            <a:t>ON DELETE CASCADE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ES" sz="1400" kern="1200"/>
            <a:t>ON UPDATE CASCADE;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ES" sz="1400" kern="1200"/>
            <a:t>ON DELETE CASCADE: borra los registros hijos si se borra el padre.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ES" sz="1400" kern="1200"/>
            <a:t>ON UPDATE CASCADE: actualiza automáticamente los hijos si cambia el padre.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ES" sz="1400" kern="1200"/>
            <a:t>Puedes cambiar las acciones según lo que necesites (RESTRICT, SET NULL, etc.).</a:t>
          </a:r>
          <a:endParaRPr lang="en-US" sz="1400" kern="1200"/>
        </a:p>
      </dsp:txBody>
      <dsp:txXfrm>
        <a:off x="0" y="1403028"/>
        <a:ext cx="7886700" cy="2425500"/>
      </dsp:txXfrm>
    </dsp:sp>
    <dsp:sp modelId="{F98CF61E-2FBE-4B23-AD0D-F44B30BDDCFB}">
      <dsp:nvSpPr>
        <dsp:cNvPr id="0" name=""/>
        <dsp:cNvSpPr/>
      </dsp:nvSpPr>
      <dsp:spPr>
        <a:xfrm>
          <a:off x="394335" y="1196388"/>
          <a:ext cx="5520690" cy="41328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/>
            <a:t>Crear la nueva clave ajena</a:t>
          </a:r>
          <a:endParaRPr lang="en-US" sz="1400" kern="1200"/>
        </a:p>
      </dsp:txBody>
      <dsp:txXfrm>
        <a:off x="414510" y="1216563"/>
        <a:ext cx="5480340" cy="3729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973321" y="640080"/>
            <a:ext cx="4688333" cy="3566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/>
            </a:pPr>
            <a:r>
              <a:rPr lang="en-US" sz="4700">
                <a:latin typeface="+mj-lt"/>
                <a:ea typeface="+mj-ea"/>
                <a:cs typeface="+mj-cs"/>
              </a:rPr>
              <a:t>Sintaxis básica de MySQL para creación y modificación de bases de datos</a:t>
            </a:r>
          </a:p>
        </p:txBody>
      </p:sp>
      <p:pic>
        <p:nvPicPr>
          <p:cNvPr id="4" name="Picture 3" descr="Script de ordenador en una pantalla">
            <a:extLst>
              <a:ext uri="{FF2B5EF4-FFF2-40B4-BE49-F238E27FC236}">
                <a16:creationId xmlns:a16="http://schemas.microsoft.com/office/drawing/2014/main" id="{FF5F1DBC-5EE7-C02C-262F-FE2C59771C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115" r="52887" b="-1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0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646" y="4409267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04711 w 3182692"/>
              <a:gd name="connsiteY1" fmla="*/ 0 h 18288"/>
              <a:gd name="connsiteX2" fmla="*/ 1241250 w 3182692"/>
              <a:gd name="connsiteY2" fmla="*/ 0 h 18288"/>
              <a:gd name="connsiteX3" fmla="*/ 1909615 w 3182692"/>
              <a:gd name="connsiteY3" fmla="*/ 0 h 18288"/>
              <a:gd name="connsiteX4" fmla="*/ 2577981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482500 w 3182692"/>
              <a:gd name="connsiteY7" fmla="*/ 18288 h 18288"/>
              <a:gd name="connsiteX8" fmla="*/ 1782308 w 3182692"/>
              <a:gd name="connsiteY8" fmla="*/ 18288 h 18288"/>
              <a:gd name="connsiteX9" fmla="*/ 1145769 w 3182692"/>
              <a:gd name="connsiteY9" fmla="*/ 18288 h 18288"/>
              <a:gd name="connsiteX10" fmla="*/ 0 w 3182692"/>
              <a:gd name="connsiteY10" fmla="*/ 18288 h 18288"/>
              <a:gd name="connsiteX11" fmla="*/ 0 w 3182692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28650" y="556995"/>
            <a:ext cx="7886700" cy="11336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Crear y activar una base de datos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416D47BF-FEB7-1F66-9474-0414A08B2B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997004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59545" y="1070800"/>
            <a:ext cx="2954766" cy="5583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6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Crear </a:t>
            </a:r>
            <a:r>
              <a:rPr lang="en-US" sz="65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tabla</a:t>
            </a:r>
            <a:endParaRPr lang="en-US" sz="65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9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TextBox 2">
            <a:extLst>
              <a:ext uri="{FF2B5EF4-FFF2-40B4-BE49-F238E27FC236}">
                <a16:creationId xmlns:a16="http://schemas.microsoft.com/office/drawing/2014/main" id="{C02CC73F-E909-BAFF-435E-6E0CA60F79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3591137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0699" y="687480"/>
            <a:ext cx="5605629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3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Clave primaria (PRIMARY KEY)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2321" y="2227943"/>
            <a:ext cx="5033221" cy="3788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sz="2100" dirty="0" err="1"/>
              <a:t>Ejemplo</a:t>
            </a:r>
            <a:r>
              <a:rPr lang="en-US" sz="2100" dirty="0"/>
              <a:t>: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  <a:tabLst>
                <a:tab pos="1168400" algn="l"/>
              </a:tabLst>
              <a:defRPr sz="2400"/>
            </a:pPr>
            <a:r>
              <a:rPr lang="en-US" sz="2100" dirty="0"/>
              <a:t>CREATE TABLE </a:t>
            </a:r>
            <a:r>
              <a:rPr lang="en-US" sz="2100" dirty="0" err="1"/>
              <a:t>alumnos</a:t>
            </a:r>
            <a:r>
              <a:rPr lang="en-US" sz="2100" dirty="0"/>
              <a:t> (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  <a:tabLst>
                <a:tab pos="1168400" algn="l"/>
              </a:tabLst>
              <a:defRPr sz="2400"/>
            </a:pPr>
            <a:r>
              <a:rPr lang="en-US" sz="2100" dirty="0"/>
              <a:t>id INT AUTO_INCREMENT, 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  <a:tabLst>
                <a:tab pos="1168400" algn="l"/>
              </a:tabLst>
              <a:defRPr sz="2400"/>
            </a:pPr>
            <a:r>
              <a:rPr lang="en-US" sz="2100" dirty="0" err="1"/>
              <a:t>nombre</a:t>
            </a:r>
            <a:r>
              <a:rPr lang="en-US" sz="2100" dirty="0"/>
              <a:t> VARCHAR(50), 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  <a:tabLst>
                <a:tab pos="1168400" algn="l"/>
              </a:tabLst>
              <a:defRPr sz="2400"/>
            </a:pPr>
            <a:r>
              <a:rPr lang="en-US" sz="2100" dirty="0"/>
              <a:t>PRIMARY KEY (id));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Bloquear">
            <a:extLst>
              <a:ext uri="{FF2B5EF4-FFF2-40B4-BE49-F238E27FC236}">
                <a16:creationId xmlns:a16="http://schemas.microsoft.com/office/drawing/2014/main" id="{D66CD6FF-3853-74BB-9694-0CED3C34B9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9144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52777" y="106682"/>
            <a:ext cx="7157553" cy="1188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41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Claves </a:t>
            </a:r>
            <a:r>
              <a:rPr lang="en-US" sz="4100" kern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foráneas</a:t>
            </a:r>
            <a:r>
              <a:rPr lang="en-US" sz="41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(FOREIGN KEY)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5600" y="2697479"/>
            <a:ext cx="8868941" cy="4065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1200"/>
              </a:spcAft>
              <a:defRPr sz="2400"/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CREATE TABLE matriculas (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  <a:defRPr sz="2400"/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id INT AUTO_INCREMENT, 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  <a:defRPr sz="2400"/>
            </a:pP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id_alumno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INT, 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  <a:defRPr sz="2400"/>
            </a:pP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curso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VARCHAR(50), 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  <a:defRPr sz="2400"/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PRIMARY KEY (id), CONSTRAINT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fk_mat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FOREIGN KEY (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id_alumno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 REFERENCES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alumnos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(id));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68439" y="5970896"/>
            <a:ext cx="7475562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414DE86F-101F-AC65-C2B7-36BCF90A0FCB}"/>
              </a:ext>
            </a:extLst>
          </p:cNvPr>
          <p:cNvSpPr txBox="1"/>
          <p:nvPr/>
        </p:nvSpPr>
        <p:spPr>
          <a:xfrm>
            <a:off x="4431553" y="1517890"/>
            <a:ext cx="346456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rPr lang="es-ES" sz="2400" dirty="0"/>
              <a:t>• Ejemplo:</a:t>
            </a:r>
          </a:p>
          <a:p>
            <a:pPr>
              <a:spcAft>
                <a:spcPts val="1200"/>
              </a:spcAft>
              <a:tabLst>
                <a:tab pos="1168400" algn="l"/>
              </a:tabLst>
              <a:defRPr sz="2400"/>
            </a:pPr>
            <a:r>
              <a:rPr lang="es-ES" sz="2400" dirty="0"/>
              <a:t>CREATE TABLE alumnos (</a:t>
            </a:r>
          </a:p>
          <a:p>
            <a:pPr>
              <a:spcAft>
                <a:spcPts val="1200"/>
              </a:spcAft>
              <a:tabLst>
                <a:tab pos="1168400" algn="l"/>
              </a:tabLst>
              <a:defRPr sz="2400"/>
            </a:pPr>
            <a:r>
              <a:rPr lang="es-ES" sz="2400" dirty="0"/>
              <a:t>id INT AUTO_INCREMENT, </a:t>
            </a:r>
          </a:p>
          <a:p>
            <a:pPr>
              <a:spcAft>
                <a:spcPts val="1200"/>
              </a:spcAft>
              <a:tabLst>
                <a:tab pos="1168400" algn="l"/>
              </a:tabLst>
              <a:defRPr sz="2400"/>
            </a:pPr>
            <a:r>
              <a:rPr lang="es-ES" sz="2400" dirty="0"/>
              <a:t>nombre VARCHAR(50), </a:t>
            </a:r>
          </a:p>
          <a:p>
            <a:pPr>
              <a:spcAft>
                <a:spcPts val="1200"/>
              </a:spcAft>
              <a:tabLst>
                <a:tab pos="1168400" algn="l"/>
              </a:tabLst>
              <a:defRPr sz="2400"/>
            </a:pPr>
            <a:r>
              <a:rPr lang="es-ES" sz="2400" dirty="0"/>
              <a:t>PRIMARY KEY (id));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782723" y="809898"/>
            <a:ext cx="7457037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4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Tipos</a:t>
            </a:r>
            <a:r>
              <a:rPr lang="en-US" sz="4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4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datos</a:t>
            </a:r>
            <a:r>
              <a:rPr lang="en-US" sz="4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: </a:t>
            </a:r>
            <a:r>
              <a:rPr lang="en-US" sz="4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enteros</a:t>
            </a:r>
            <a:r>
              <a:rPr lang="en-US" sz="4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y </a:t>
            </a:r>
            <a:r>
              <a:rPr lang="en-US" sz="4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cadenas</a:t>
            </a:r>
            <a:endParaRPr lang="en-US" sz="4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83771" y="3017522"/>
            <a:ext cx="745598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sz="1900" dirty="0"/>
              <a:t>Enteros: INT, BIGINT</a:t>
            </a:r>
          </a:p>
          <a:p>
            <a:pPr marL="342900" indent="-3429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sz="1900" dirty="0"/>
              <a:t>Decimales: FLOAT, DOUBLE, DECIMAL(N,M)</a:t>
            </a:r>
          </a:p>
          <a:p>
            <a:pPr marL="342900" indent="-3429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sz="1900" dirty="0"/>
              <a:t>Cadenas: VARCHAR(n), CHAR(n)</a:t>
            </a:r>
          </a:p>
          <a:p>
            <a:pPr marL="342900" indent="-3429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sz="1900" dirty="0"/>
              <a:t>BOOLEAN (TINYINT(1))</a:t>
            </a:r>
          </a:p>
          <a:p>
            <a:pPr marL="342900" indent="-3429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sz="1900" dirty="0"/>
              <a:t>DATE</a:t>
            </a:r>
          </a:p>
          <a:p>
            <a:pPr marL="342900" indent="-3429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sz="1900" dirty="0"/>
              <a:t>TIME</a:t>
            </a:r>
          </a:p>
          <a:p>
            <a:pPr marL="342900" indent="-3429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sz="1900" dirty="0"/>
              <a:t>ENUM('A','B','C')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pPr>
            <a:endParaRPr lang="en-US" sz="19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782723" y="809898"/>
            <a:ext cx="7457037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Ejemplo completo de tabla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3771" y="3017522"/>
            <a:ext cx="745598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defTabSz="914400">
              <a:lnSpc>
                <a:spcPct val="90000"/>
              </a:lnSpc>
              <a:spcAft>
                <a:spcPts val="1200"/>
              </a:spcAft>
              <a:defRPr sz="2400"/>
            </a:pPr>
            <a:r>
              <a:rPr lang="en-US" sz="2400" dirty="0"/>
              <a:t>CREATE TABLE </a:t>
            </a:r>
            <a:r>
              <a:rPr lang="en-US" sz="2400" dirty="0" err="1"/>
              <a:t>productos</a:t>
            </a:r>
            <a:r>
              <a:rPr lang="en-US" sz="2400" dirty="0"/>
              <a:t> (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  <a:defRPr sz="2400"/>
            </a:pPr>
            <a:r>
              <a:rPr lang="en-US" sz="2400" dirty="0"/>
              <a:t>id INT AUTO_INCREMENT, 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  <a:defRPr sz="2400"/>
            </a:pPr>
            <a:r>
              <a:rPr lang="en-US" sz="2400" dirty="0" err="1"/>
              <a:t>nombre</a:t>
            </a:r>
            <a:r>
              <a:rPr lang="en-US" sz="2400" dirty="0"/>
              <a:t> VARCHAR(100), 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  <a:defRPr sz="2400"/>
            </a:pPr>
            <a:r>
              <a:rPr lang="en-US" sz="2400" dirty="0"/>
              <a:t>disponible BOOLEAN, 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  <a:defRPr sz="2400"/>
            </a:pPr>
            <a:r>
              <a:rPr lang="en-US" sz="2400" dirty="0" err="1"/>
              <a:t>fecha_ingreso</a:t>
            </a:r>
            <a:r>
              <a:rPr lang="en-US" sz="2400" dirty="0"/>
              <a:t> DATE, 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  <a:defRPr sz="2400"/>
            </a:pPr>
            <a:r>
              <a:rPr lang="en-US" sz="2400" dirty="0" err="1"/>
              <a:t>hora_ingreso</a:t>
            </a:r>
            <a:r>
              <a:rPr lang="en-US" sz="2400" dirty="0"/>
              <a:t> TIME, 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  <a:defRPr sz="2400"/>
            </a:pPr>
            <a:r>
              <a:rPr lang="en-US" sz="2400" dirty="0" err="1"/>
              <a:t>categoria</a:t>
            </a:r>
            <a:r>
              <a:rPr lang="en-US" sz="2400" dirty="0"/>
              <a:t> ENUM('A','B','C'), 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  <a:defRPr sz="2400"/>
            </a:pPr>
            <a:r>
              <a:rPr lang="en-US" sz="2400" dirty="0"/>
              <a:t>PRIMARY KEY(id));</a:t>
            </a:r>
          </a:p>
        </p:txBody>
      </p:sp>
      <p:cxnSp>
        <p:nvCxnSpPr>
          <p:cNvPr id="22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lang="es-ES" dirty="0"/>
              <a:t>ALTER TABLE – Modificar tablas</a:t>
            </a:r>
          </a:p>
        </p:txBody>
      </p:sp>
      <p:graphicFrame>
        <p:nvGraphicFramePr>
          <p:cNvPr id="13" name="TextBox 2">
            <a:extLst>
              <a:ext uri="{FF2B5EF4-FFF2-40B4-BE49-F238E27FC236}">
                <a16:creationId xmlns:a16="http://schemas.microsoft.com/office/drawing/2014/main" id="{77166B80-F607-9CAE-D967-21058C578941}"/>
              </a:ext>
            </a:extLst>
          </p:cNvPr>
          <p:cNvGraphicFramePr/>
          <p:nvPr/>
        </p:nvGraphicFramePr>
        <p:xfrm>
          <a:off x="457200" y="1371600"/>
          <a:ext cx="8229600" cy="4647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09632-FB0C-F48A-0FE7-662AED2AF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748A9A-6757-5169-4EA2-A8503F380381}"/>
              </a:ext>
            </a:extLst>
          </p:cNvPr>
          <p:cNvSpPr txBox="1"/>
          <p:nvPr/>
        </p:nvSpPr>
        <p:spPr>
          <a:xfrm>
            <a:off x="457200" y="45720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lang="es-ES" dirty="0"/>
              <a:t>ALTER TABLE – Modificar tablas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366A7E9B-70CA-123F-8546-1D94DCAEC1BA}"/>
              </a:ext>
            </a:extLst>
          </p:cNvPr>
          <p:cNvGraphicFramePr/>
          <p:nvPr/>
        </p:nvGraphicFramePr>
        <p:xfrm>
          <a:off x="457200" y="1371600"/>
          <a:ext cx="8229600" cy="53860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55548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01E51394-0A93-E05B-DB66-C8B6774A6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s-ES" sz="4700"/>
              <a:t>Eliminar una clave ajena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onnsiteX0" fmla="*/ 0 w 7818120"/>
              <a:gd name="connsiteY0" fmla="*/ 0 h 18288"/>
              <a:gd name="connsiteX1" fmla="*/ 416966 w 7818120"/>
              <a:gd name="connsiteY1" fmla="*/ 0 h 18288"/>
              <a:gd name="connsiteX2" fmla="*/ 1146658 w 7818120"/>
              <a:gd name="connsiteY2" fmla="*/ 0 h 18288"/>
              <a:gd name="connsiteX3" fmla="*/ 1563624 w 7818120"/>
              <a:gd name="connsiteY3" fmla="*/ 0 h 18288"/>
              <a:gd name="connsiteX4" fmla="*/ 2136953 w 7818120"/>
              <a:gd name="connsiteY4" fmla="*/ 0 h 18288"/>
              <a:gd name="connsiteX5" fmla="*/ 2944825 w 7818120"/>
              <a:gd name="connsiteY5" fmla="*/ 0 h 18288"/>
              <a:gd name="connsiteX6" fmla="*/ 3596335 w 7818120"/>
              <a:gd name="connsiteY6" fmla="*/ 0 h 18288"/>
              <a:gd name="connsiteX7" fmla="*/ 4326026 w 7818120"/>
              <a:gd name="connsiteY7" fmla="*/ 0 h 18288"/>
              <a:gd name="connsiteX8" fmla="*/ 4899355 w 7818120"/>
              <a:gd name="connsiteY8" fmla="*/ 0 h 18288"/>
              <a:gd name="connsiteX9" fmla="*/ 5550865 w 7818120"/>
              <a:gd name="connsiteY9" fmla="*/ 0 h 18288"/>
              <a:gd name="connsiteX10" fmla="*/ 6358738 w 7818120"/>
              <a:gd name="connsiteY10" fmla="*/ 0 h 18288"/>
              <a:gd name="connsiteX11" fmla="*/ 6853885 w 7818120"/>
              <a:gd name="connsiteY11" fmla="*/ 0 h 18288"/>
              <a:gd name="connsiteX12" fmla="*/ 7818120 w 7818120"/>
              <a:gd name="connsiteY12" fmla="*/ 0 h 18288"/>
              <a:gd name="connsiteX13" fmla="*/ 7818120 w 7818120"/>
              <a:gd name="connsiteY13" fmla="*/ 18288 h 18288"/>
              <a:gd name="connsiteX14" fmla="*/ 7244791 w 7818120"/>
              <a:gd name="connsiteY14" fmla="*/ 18288 h 18288"/>
              <a:gd name="connsiteX15" fmla="*/ 6827825 w 7818120"/>
              <a:gd name="connsiteY15" fmla="*/ 18288 h 18288"/>
              <a:gd name="connsiteX16" fmla="*/ 6176315 w 7818120"/>
              <a:gd name="connsiteY16" fmla="*/ 18288 h 18288"/>
              <a:gd name="connsiteX17" fmla="*/ 5681167 w 7818120"/>
              <a:gd name="connsiteY17" fmla="*/ 18288 h 18288"/>
              <a:gd name="connsiteX18" fmla="*/ 5029657 w 7818120"/>
              <a:gd name="connsiteY18" fmla="*/ 18288 h 18288"/>
              <a:gd name="connsiteX19" fmla="*/ 4378147 w 7818120"/>
              <a:gd name="connsiteY19" fmla="*/ 18288 h 18288"/>
              <a:gd name="connsiteX20" fmla="*/ 3726637 w 7818120"/>
              <a:gd name="connsiteY20" fmla="*/ 18288 h 18288"/>
              <a:gd name="connsiteX21" fmla="*/ 3075127 w 7818120"/>
              <a:gd name="connsiteY21" fmla="*/ 18288 h 18288"/>
              <a:gd name="connsiteX22" fmla="*/ 2501798 w 7818120"/>
              <a:gd name="connsiteY22" fmla="*/ 18288 h 18288"/>
              <a:gd name="connsiteX23" fmla="*/ 1772107 w 7818120"/>
              <a:gd name="connsiteY23" fmla="*/ 18288 h 18288"/>
              <a:gd name="connsiteX24" fmla="*/ 1120597 w 7818120"/>
              <a:gd name="connsiteY24" fmla="*/ 18288 h 18288"/>
              <a:gd name="connsiteX25" fmla="*/ 0 w 7818120"/>
              <a:gd name="connsiteY25" fmla="*/ 18288 h 18288"/>
              <a:gd name="connsiteX26" fmla="*/ 0 w 7818120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Marcador de contenido 6">
            <a:extLst>
              <a:ext uri="{FF2B5EF4-FFF2-40B4-BE49-F238E27FC236}">
                <a16:creationId xmlns:a16="http://schemas.microsoft.com/office/drawing/2014/main" id="{1503879A-5F77-85BB-888C-BF5DC3FAF5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8023185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524</Words>
  <Application>Microsoft Office PowerPoint</Application>
  <PresentationFormat>Presentación en pantalla (4:3)</PresentationFormat>
  <Paragraphs>80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Eliminar una clave ajena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Nuria</dc:creator>
  <cp:keywords/>
  <dc:description>generated using python-pptx</dc:description>
  <cp:lastModifiedBy>Nuria Celis Nieto</cp:lastModifiedBy>
  <cp:revision>2</cp:revision>
  <dcterms:created xsi:type="dcterms:W3CDTF">2013-01-27T09:14:16Z</dcterms:created>
  <dcterms:modified xsi:type="dcterms:W3CDTF">2025-12-02T20:33:45Z</dcterms:modified>
  <cp:category/>
</cp:coreProperties>
</file>